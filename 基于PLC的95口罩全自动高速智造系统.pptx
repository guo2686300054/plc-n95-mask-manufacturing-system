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16602461" r:id="rId3"/>
    <p:sldId id="16602437" r:id="rId4"/>
    <p:sldId id="16602462" r:id="rId5"/>
    <p:sldId id="16602469" r:id="rId6"/>
    <p:sldId id="16602470" r:id="rId7"/>
    <p:sldId id="16602463" r:id="rId8"/>
    <p:sldId id="16602464" r:id="rId9"/>
    <p:sldId id="16602473" r:id="rId10"/>
    <p:sldId id="16602465" r:id="rId11"/>
    <p:sldId id="16602466" r:id="rId12"/>
    <p:sldId id="16602474" r:id="rId13"/>
    <p:sldId id="16602475" r:id="rId14"/>
    <p:sldId id="16602467" r:id="rId15"/>
    <p:sldId id="16602468" r:id="rId16"/>
    <p:sldId id="16602476" r:id="rId17"/>
    <p:sldId id="16602477" r:id="rId18"/>
    <p:sldId id="16602478" r:id="rId19"/>
    <p:sldId id="16602479" r:id="rId20"/>
  </p:sldIdLst>
  <p:sldSz cx="12192000" cy="6858000"/>
  <p:notesSz cx="9932670" cy="680085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519" userDrawn="1">
          <p15:clr>
            <a:srgbClr val="A4A3A4"/>
          </p15:clr>
        </p15:guide>
        <p15:guide id="2" pos="5942" userDrawn="1">
          <p15:clr>
            <a:srgbClr val="A4A3A4"/>
          </p15:clr>
        </p15:guide>
        <p15:guide id="3" orient="horz" pos="1301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  <p15:guide id="6" orient="horz" pos="36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/>
  <p:cmAuthor id="2" name="Zhang" initials="Z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633"/>
    <a:srgbClr val="1166CD"/>
    <a:srgbClr val="00ADEA"/>
    <a:srgbClr val="C1EFFF"/>
    <a:srgbClr val="D25500"/>
    <a:srgbClr val="2E85EE"/>
    <a:srgbClr val="008BBC"/>
    <a:srgbClr val="FFF6D9"/>
    <a:srgbClr val="0067B4"/>
    <a:srgbClr val="D2E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008" y="1050"/>
      </p:cViewPr>
      <p:guideLst>
        <p:guide pos="7519"/>
        <p:guide pos="5942"/>
        <p:guide orient="horz" pos="1301"/>
        <p:guide orient="horz" pos="1536"/>
        <p:guide orient="horz" pos="36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2" d="100"/>
          <a:sy n="112" d="100"/>
        </p:scale>
        <p:origin x="63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90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4295" cy="3412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6395" y="0"/>
            <a:ext cx="4304295" cy="3412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F88496A-4E33-41C9-B6EA-1ED5FCEF6F3B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81462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3299" y="3272909"/>
            <a:ext cx="7946390" cy="26778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9628"/>
            <a:ext cx="4304295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6395" y="6459628"/>
            <a:ext cx="4304295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C2639B81-225D-4846-B299-104CB8F4E633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6" Type="http://schemas.openxmlformats.org/officeDocument/2006/relationships/image" Target="../media/image33.png"/><Relationship Id="rId35" Type="http://schemas.openxmlformats.org/officeDocument/2006/relationships/image" Target="../media/image32.png"/><Relationship Id="rId34" Type="http://schemas.openxmlformats.org/officeDocument/2006/relationships/image" Target="../media/image31.png"/><Relationship Id="rId33" Type="http://schemas.openxmlformats.org/officeDocument/2006/relationships/image" Target="../media/image30.png"/><Relationship Id="rId32" Type="http://schemas.microsoft.com/office/2007/relationships/hdphoto" Target="../media/image29.wdp"/><Relationship Id="rId31" Type="http://schemas.openxmlformats.org/officeDocument/2006/relationships/image" Target="../media/image28.png"/><Relationship Id="rId30" Type="http://schemas.openxmlformats.org/officeDocument/2006/relationships/image" Target="../media/image27.png"/><Relationship Id="rId3" Type="http://schemas.openxmlformats.org/officeDocument/2006/relationships/image" Target="../media/image2.png"/><Relationship Id="rId29" Type="http://schemas.openxmlformats.org/officeDocument/2006/relationships/image" Target="../media/image26.png"/><Relationship Id="rId28" Type="http://schemas.openxmlformats.org/officeDocument/2006/relationships/image" Target="../media/image25.png"/><Relationship Id="rId27" Type="http://schemas.openxmlformats.org/officeDocument/2006/relationships/image" Target="../media/image24.png"/><Relationship Id="rId26" Type="http://schemas.openxmlformats.org/officeDocument/2006/relationships/image" Target="../media/image23.png"/><Relationship Id="rId25" Type="http://schemas.openxmlformats.org/officeDocument/2006/relationships/image" Target="../media/image22.png"/><Relationship Id="rId24" Type="http://schemas.openxmlformats.org/officeDocument/2006/relationships/image" Target="../media/image21.png"/><Relationship Id="rId23" Type="http://schemas.openxmlformats.org/officeDocument/2006/relationships/image" Target="file:///C:\Users\86180\AppData\Local\Temp\FocoSlide\cache\img\PicChange\transparent_1708166048.png" TargetMode="External"/><Relationship Id="rId22" Type="http://schemas.openxmlformats.org/officeDocument/2006/relationships/image" Target="../media/image20.png"/><Relationship Id="rId21" Type="http://schemas.openxmlformats.org/officeDocument/2006/relationships/image" Target="../media/image19.png"/><Relationship Id="rId20" Type="http://schemas.microsoft.com/office/2007/relationships/hdphoto" Target="../media/image18.wdp"/><Relationship Id="rId2" Type="http://schemas.openxmlformats.org/officeDocument/2006/relationships/image" Target="../media/image1.jpeg"/><Relationship Id="rId19" Type="http://schemas.openxmlformats.org/officeDocument/2006/relationships/image" Target="../media/image17.png"/><Relationship Id="rId18" Type="http://schemas.openxmlformats.org/officeDocument/2006/relationships/image" Target="../media/image16.png"/><Relationship Id="rId17" Type="http://schemas.openxmlformats.org/officeDocument/2006/relationships/image" Target="../media/image15.png"/><Relationship Id="rId16" Type="http://schemas.openxmlformats.org/officeDocument/2006/relationships/image" Target="../media/image14.png"/><Relationship Id="rId15" Type="http://schemas.openxmlformats.org/officeDocument/2006/relationships/image" Target="../media/image13.png"/><Relationship Id="rId14" Type="http://schemas.openxmlformats.org/officeDocument/2006/relationships/image" Target="../media/image12.png"/><Relationship Id="rId13" Type="http://schemas.openxmlformats.org/officeDocument/2006/relationships/image" Target="../media/image11.png"/><Relationship Id="rId12" Type="http://schemas.openxmlformats.org/officeDocument/2006/relationships/image" Target="../media/image10.png"/><Relationship Id="rId11" Type="http://schemas.openxmlformats.org/officeDocument/2006/relationships/image" Target="file:///C:\Users\86180\AppData\Local\Temp\FocoSlide\cache\img\PicChange\transparent_1705805813.png" TargetMode="Externa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image" Target="../media/image34.png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735A77-895E-470B-85B1-16B6F31EEE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578E9D-E03C-429A-AB5E-169C92CCB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735A77-895E-470B-85B1-16B6F31EEE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578E9D-E03C-429A-AB5E-169C92CCB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735A77-895E-470B-85B1-16B6F31EEE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578E9D-E03C-429A-AB5E-169C92CCB6FB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880999" y="-3004086"/>
            <a:ext cx="13985326" cy="10540263"/>
            <a:chOff x="-880999" y="-3004086"/>
            <a:chExt cx="13985326" cy="10540263"/>
          </a:xfrm>
        </p:grpSpPr>
        <p:grpSp>
          <p:nvGrpSpPr>
            <p:cNvPr id="102" name="组合 101"/>
            <p:cNvGrpSpPr/>
            <p:nvPr/>
          </p:nvGrpSpPr>
          <p:grpSpPr>
            <a:xfrm>
              <a:off x="-78768" y="-118310"/>
              <a:ext cx="12308886" cy="6976310"/>
              <a:chOff x="-78768" y="-118310"/>
              <a:chExt cx="12308886" cy="6976310"/>
            </a:xfrm>
          </p:grpSpPr>
          <p:pic>
            <p:nvPicPr>
              <p:cNvPr id="78" name="图片 77" descr="水中的建筑&#10;&#10;描述已自动生成"/>
              <p:cNvPicPr>
                <a:picLocks noChangeAspect="1"/>
              </p:cNvPicPr>
              <p:nvPr/>
            </p:nvPicPr>
            <p:blipFill>
              <a:blip r:embed="rId2" cstate="screen"/>
              <a:srcRect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custGeom>
                <a:avLst/>
                <a:gdLst>
                  <a:gd name="connsiteX0" fmla="*/ 0 w 12192000"/>
                  <a:gd name="connsiteY0" fmla="*/ 0 h 6858000"/>
                  <a:gd name="connsiteX1" fmla="*/ 12192000 w 12192000"/>
                  <a:gd name="connsiteY1" fmla="*/ 0 h 6858000"/>
                  <a:gd name="connsiteX2" fmla="*/ 12192000 w 12192000"/>
                  <a:gd name="connsiteY2" fmla="*/ 6858000 h 6858000"/>
                  <a:gd name="connsiteX3" fmla="*/ 0 w 1219200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0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4307529" y="3562139"/>
                <a:ext cx="6514169" cy="2908502"/>
                <a:chOff x="-1103603" y="9165484"/>
                <a:chExt cx="6514169" cy="2908502"/>
              </a:xfrm>
            </p:grpSpPr>
            <p:grpSp>
              <p:nvGrpSpPr>
                <p:cNvPr id="80" name="组合 79"/>
                <p:cNvGrpSpPr/>
                <p:nvPr/>
              </p:nvGrpSpPr>
              <p:grpSpPr>
                <a:xfrm>
                  <a:off x="-1103603" y="9518509"/>
                  <a:ext cx="3683889" cy="1707578"/>
                  <a:chOff x="-1932089" y="4674172"/>
                  <a:chExt cx="3683889" cy="1707578"/>
                </a:xfrm>
              </p:grpSpPr>
              <p:pic>
                <p:nvPicPr>
                  <p:cNvPr id="87" name="图片 86"/>
                  <p:cNvPicPr>
                    <a:picLocks noChangeAspect="1"/>
                  </p:cNvPicPr>
                  <p:nvPr/>
                </p:nvPicPr>
                <p:blipFill>
                  <a:blip r:embed="rId3" cstate="screen"/>
                  <a:stretch>
                    <a:fillRect/>
                  </a:stretch>
                </p:blipFill>
                <p:spPr>
                  <a:xfrm flipH="1">
                    <a:off x="-1932089" y="4674172"/>
                    <a:ext cx="3683889" cy="1707578"/>
                  </a:xfrm>
                  <a:prstGeom prst="rect">
                    <a:avLst/>
                  </a:prstGeom>
                </p:spPr>
              </p:pic>
              <p:pic>
                <p:nvPicPr>
                  <p:cNvPr id="88" name="图片 87"/>
                  <p:cNvPicPr>
                    <a:picLocks noChangeAspect="1"/>
                  </p:cNvPicPr>
                  <p:nvPr/>
                </p:nvPicPr>
                <p:blipFill>
                  <a:blip r:embed="rId4" cstate="screen"/>
                  <a:stretch>
                    <a:fillRect/>
                  </a:stretch>
                </p:blipFill>
                <p:spPr>
                  <a:xfrm flipH="1">
                    <a:off x="-309650" y="5319479"/>
                    <a:ext cx="2005588" cy="92964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81" name="组合 80"/>
                <p:cNvGrpSpPr/>
                <p:nvPr/>
              </p:nvGrpSpPr>
              <p:grpSpPr>
                <a:xfrm>
                  <a:off x="-17463" y="9165484"/>
                  <a:ext cx="5428029" cy="2908502"/>
                  <a:chOff x="8703674" y="3228563"/>
                  <a:chExt cx="5428029" cy="2908502"/>
                </a:xfrm>
              </p:grpSpPr>
              <p:pic>
                <p:nvPicPr>
                  <p:cNvPr id="82" name="图片 81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8703674" y="3923647"/>
                    <a:ext cx="4775176" cy="2213418"/>
                  </a:xfrm>
                  <a:prstGeom prst="rect">
                    <a:avLst/>
                  </a:prstGeom>
                </p:spPr>
              </p:pic>
              <p:grpSp>
                <p:nvGrpSpPr>
                  <p:cNvPr id="83" name="组合 82"/>
                  <p:cNvGrpSpPr/>
                  <p:nvPr/>
                </p:nvGrpSpPr>
                <p:grpSpPr>
                  <a:xfrm>
                    <a:off x="9356527" y="3228563"/>
                    <a:ext cx="4775176" cy="2213418"/>
                    <a:chOff x="9356527" y="3228563"/>
                    <a:chExt cx="4775176" cy="2213418"/>
                  </a:xfrm>
                </p:grpSpPr>
                <p:pic>
                  <p:nvPicPr>
                    <p:cNvPr id="84" name="图片 83"/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 flipH="1">
                      <a:off x="9356527" y="3228563"/>
                      <a:ext cx="4775176" cy="2213418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5" name="图片 84"/>
                    <p:cNvPicPr>
                      <a:picLocks noChangeAspect="1"/>
                    </p:cNvPicPr>
                    <p:nvPr/>
                  </p:nvPicPr>
                  <p:blipFill>
                    <a:blip r:embed="rId4" cstate="screen"/>
                    <a:stretch>
                      <a:fillRect/>
                    </a:stretch>
                  </p:blipFill>
                  <p:spPr>
                    <a:xfrm>
                      <a:off x="9430887" y="3693756"/>
                      <a:ext cx="2005588" cy="92964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6" name="图片 85"/>
                    <p:cNvPicPr>
                      <a:picLocks noChangeAspect="1"/>
                    </p:cNvPicPr>
                    <p:nvPr/>
                  </p:nvPicPr>
                  <p:blipFill>
                    <a:blip r:embed="rId4" cstate="screen"/>
                    <a:stretch>
                      <a:fillRect/>
                    </a:stretch>
                  </p:blipFill>
                  <p:spPr>
                    <a:xfrm flipH="1">
                      <a:off x="9727691" y="3350095"/>
                      <a:ext cx="2005588" cy="929642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pic>
            <p:nvPicPr>
              <p:cNvPr id="89" name="图片 88"/>
              <p:cNvPicPr>
                <a:picLocks noChangeAspect="1"/>
              </p:cNvPicPr>
              <p:nvPr/>
            </p:nvPicPr>
            <p:blipFill>
              <a:blip r:embed="rId6" cstate="screen"/>
              <a:srcRect/>
              <a:stretch>
                <a:fillRect/>
              </a:stretch>
            </p:blipFill>
            <p:spPr>
              <a:xfrm>
                <a:off x="9505302" y="5575092"/>
                <a:ext cx="2686698" cy="1282908"/>
              </a:xfrm>
              <a:custGeom>
                <a:avLst/>
                <a:gdLst>
                  <a:gd name="connsiteX0" fmla="*/ 0 w 2686698"/>
                  <a:gd name="connsiteY0" fmla="*/ 0 h 1282908"/>
                  <a:gd name="connsiteX1" fmla="*/ 2686698 w 2686698"/>
                  <a:gd name="connsiteY1" fmla="*/ 0 h 1282908"/>
                  <a:gd name="connsiteX2" fmla="*/ 2686698 w 2686698"/>
                  <a:gd name="connsiteY2" fmla="*/ 1282908 h 1282908"/>
                  <a:gd name="connsiteX3" fmla="*/ 0 w 2686698"/>
                  <a:gd name="connsiteY3" fmla="*/ 1282908 h 1282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86698" h="1282908">
                    <a:moveTo>
                      <a:pt x="0" y="0"/>
                    </a:moveTo>
                    <a:lnTo>
                      <a:pt x="2686698" y="0"/>
                    </a:lnTo>
                    <a:lnTo>
                      <a:pt x="2686698" y="1282908"/>
                    </a:lnTo>
                    <a:lnTo>
                      <a:pt x="0" y="1282908"/>
                    </a:lnTo>
                    <a:close/>
                  </a:path>
                </a:pathLst>
              </a:custGeom>
            </p:spPr>
          </p:pic>
          <p:sp>
            <p:nvSpPr>
              <p:cNvPr id="90" name="椭圆 89"/>
              <p:cNvSpPr/>
              <p:nvPr/>
            </p:nvSpPr>
            <p:spPr>
              <a:xfrm>
                <a:off x="6856255" y="1097819"/>
                <a:ext cx="3653169" cy="3653168"/>
              </a:xfrm>
              <a:prstGeom prst="ellipse">
                <a:avLst/>
              </a:prstGeom>
              <a:solidFill>
                <a:schemeClr val="bg1">
                  <a:alpha val="13000"/>
                </a:schemeClr>
              </a:solidFill>
              <a:ln>
                <a:noFill/>
              </a:ln>
              <a:effectLst>
                <a:softEdge rad="9652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pic>
            <p:nvPicPr>
              <p:cNvPr id="91" name="图片 90"/>
              <p:cNvPicPr>
                <a:picLocks noChangeAspect="1"/>
              </p:cNvPicPr>
              <p:nvPr/>
            </p:nvPicPr>
            <p:blipFill>
              <a:blip r:embed="rId7" cstate="screen"/>
              <a:srcRect l="37628" b="60522"/>
              <a:stretch>
                <a:fillRect/>
              </a:stretch>
            </p:blipFill>
            <p:spPr>
              <a:xfrm>
                <a:off x="1" y="5709970"/>
                <a:ext cx="4061069" cy="1148030"/>
              </a:xfrm>
              <a:custGeom>
                <a:avLst/>
                <a:gdLst>
                  <a:gd name="connsiteX0" fmla="*/ 0 w 4061069"/>
                  <a:gd name="connsiteY0" fmla="*/ 0 h 1148030"/>
                  <a:gd name="connsiteX1" fmla="*/ 4061069 w 4061069"/>
                  <a:gd name="connsiteY1" fmla="*/ 0 h 1148030"/>
                  <a:gd name="connsiteX2" fmla="*/ 4061069 w 4061069"/>
                  <a:gd name="connsiteY2" fmla="*/ 1148030 h 1148030"/>
                  <a:gd name="connsiteX3" fmla="*/ 0 w 4061069"/>
                  <a:gd name="connsiteY3" fmla="*/ 1148030 h 1148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1069" h="1148030">
                    <a:moveTo>
                      <a:pt x="0" y="0"/>
                    </a:moveTo>
                    <a:lnTo>
                      <a:pt x="4061069" y="0"/>
                    </a:lnTo>
                    <a:lnTo>
                      <a:pt x="4061069" y="1148030"/>
                    </a:lnTo>
                    <a:lnTo>
                      <a:pt x="0" y="1148030"/>
                    </a:lnTo>
                    <a:close/>
                  </a:path>
                </a:pathLst>
              </a:custGeom>
            </p:spPr>
          </p:pic>
          <p:pic>
            <p:nvPicPr>
              <p:cNvPr id="92" name="图片 91"/>
              <p:cNvPicPr>
                <a:picLocks noChangeAspect="1"/>
              </p:cNvPicPr>
              <p:nvPr/>
            </p:nvPicPr>
            <p:blipFill>
              <a:blip r:embed="rId8" cstate="screen"/>
              <a:srcRect l="27236" b="26002"/>
              <a:stretch>
                <a:fillRect/>
              </a:stretch>
            </p:blipFill>
            <p:spPr>
              <a:xfrm>
                <a:off x="0" y="4706106"/>
                <a:ext cx="4737720" cy="2151894"/>
              </a:xfrm>
              <a:custGeom>
                <a:avLst/>
                <a:gdLst>
                  <a:gd name="connsiteX0" fmla="*/ 0 w 4737720"/>
                  <a:gd name="connsiteY0" fmla="*/ 0 h 2151894"/>
                  <a:gd name="connsiteX1" fmla="*/ 4737720 w 4737720"/>
                  <a:gd name="connsiteY1" fmla="*/ 0 h 2151894"/>
                  <a:gd name="connsiteX2" fmla="*/ 4737720 w 4737720"/>
                  <a:gd name="connsiteY2" fmla="*/ 2151894 h 2151894"/>
                  <a:gd name="connsiteX3" fmla="*/ 0 w 4737720"/>
                  <a:gd name="connsiteY3" fmla="*/ 2151894 h 2151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7720" h="2151894">
                    <a:moveTo>
                      <a:pt x="0" y="0"/>
                    </a:moveTo>
                    <a:lnTo>
                      <a:pt x="4737720" y="0"/>
                    </a:lnTo>
                    <a:lnTo>
                      <a:pt x="4737720" y="2151894"/>
                    </a:lnTo>
                    <a:lnTo>
                      <a:pt x="0" y="2151894"/>
                    </a:lnTo>
                    <a:close/>
                  </a:path>
                </a:pathLst>
              </a:custGeom>
            </p:spPr>
          </p:pic>
          <p:pic>
            <p:nvPicPr>
              <p:cNvPr id="93" name="图片 92"/>
              <p:cNvPicPr>
                <a:picLocks noChangeAspect="1"/>
              </p:cNvPicPr>
              <p:nvPr/>
            </p:nvPicPr>
            <p:blipFill>
              <a:blip r:embed="rId9" cstate="screen"/>
              <a:srcRect r="62462"/>
              <a:stretch>
                <a:fillRect/>
              </a:stretch>
            </p:blipFill>
            <p:spPr>
              <a:xfrm>
                <a:off x="10049932" y="1285590"/>
                <a:ext cx="2142068" cy="2828789"/>
              </a:xfrm>
              <a:custGeom>
                <a:avLst/>
                <a:gdLst>
                  <a:gd name="connsiteX0" fmla="*/ 0 w 2142068"/>
                  <a:gd name="connsiteY0" fmla="*/ 0 h 2828789"/>
                  <a:gd name="connsiteX1" fmla="*/ 2142068 w 2142068"/>
                  <a:gd name="connsiteY1" fmla="*/ 0 h 2828789"/>
                  <a:gd name="connsiteX2" fmla="*/ 2142068 w 2142068"/>
                  <a:gd name="connsiteY2" fmla="*/ 2828789 h 2828789"/>
                  <a:gd name="connsiteX3" fmla="*/ 0 w 2142068"/>
                  <a:gd name="connsiteY3" fmla="*/ 2828789 h 2828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2068" h="2828789">
                    <a:moveTo>
                      <a:pt x="0" y="0"/>
                    </a:moveTo>
                    <a:lnTo>
                      <a:pt x="2142068" y="0"/>
                    </a:lnTo>
                    <a:lnTo>
                      <a:pt x="2142068" y="2828789"/>
                    </a:lnTo>
                    <a:lnTo>
                      <a:pt x="0" y="2828789"/>
                    </a:lnTo>
                    <a:close/>
                  </a:path>
                </a:pathLst>
              </a:custGeom>
            </p:spPr>
          </p:pic>
          <p:pic>
            <p:nvPicPr>
              <p:cNvPr id="94" name="图片 93"/>
              <p:cNvPicPr/>
              <p:nvPr/>
            </p:nvPicPr>
            <p:blipFill>
              <a:blip r:embed="rId10" r:link="rId11" cstate="screen"/>
              <a:stretch>
                <a:fillRect/>
              </a:stretch>
            </p:blipFill>
            <p:spPr>
              <a:xfrm>
                <a:off x="6530299" y="0"/>
                <a:ext cx="5699819" cy="3105056"/>
              </a:xfrm>
              <a:prstGeom prst="rect">
                <a:avLst/>
              </a:prstGeom>
            </p:spPr>
          </p:pic>
          <p:pic>
            <p:nvPicPr>
              <p:cNvPr id="95" name="图片 94"/>
              <p:cNvPicPr>
                <a:picLocks noChangeAspect="1"/>
              </p:cNvPicPr>
              <p:nvPr/>
            </p:nvPicPr>
            <p:blipFill>
              <a:blip r:embed="rId12" cstate="screen"/>
              <a:srcRect/>
              <a:stretch>
                <a:fillRect/>
              </a:stretch>
            </p:blipFill>
            <p:spPr>
              <a:xfrm rot="21299275">
                <a:off x="-78768" y="-118310"/>
                <a:ext cx="2928900" cy="1675009"/>
              </a:xfrm>
              <a:custGeom>
                <a:avLst/>
                <a:gdLst>
                  <a:gd name="connsiteX0" fmla="*/ 146900 w 2928900"/>
                  <a:gd name="connsiteY0" fmla="*/ 0 h 1675009"/>
                  <a:gd name="connsiteX1" fmla="*/ 2928900 w 2928900"/>
                  <a:gd name="connsiteY1" fmla="*/ 243985 h 1675009"/>
                  <a:gd name="connsiteX2" fmla="*/ 2928900 w 2928900"/>
                  <a:gd name="connsiteY2" fmla="*/ 1675009 h 1675009"/>
                  <a:gd name="connsiteX3" fmla="*/ 0 w 2928900"/>
                  <a:gd name="connsiteY3" fmla="*/ 1675009 h 1675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900" h="1675009">
                    <a:moveTo>
                      <a:pt x="146900" y="0"/>
                    </a:moveTo>
                    <a:lnTo>
                      <a:pt x="2928900" y="243985"/>
                    </a:lnTo>
                    <a:lnTo>
                      <a:pt x="2928900" y="1675009"/>
                    </a:lnTo>
                    <a:lnTo>
                      <a:pt x="0" y="1675009"/>
                    </a:lnTo>
                    <a:close/>
                  </a:path>
                </a:pathLst>
              </a:custGeom>
            </p:spPr>
          </p:pic>
          <p:pic>
            <p:nvPicPr>
              <p:cNvPr id="96" name="图片 95"/>
              <p:cNvPicPr>
                <a:picLocks noChangeAspect="1"/>
              </p:cNvPicPr>
              <p:nvPr/>
            </p:nvPicPr>
            <p:blipFill>
              <a:blip r:embed="rId13" cstate="screen"/>
              <a:srcRect t="43246"/>
              <a:stretch>
                <a:fillRect/>
              </a:stretch>
            </p:blipFill>
            <p:spPr>
              <a:xfrm>
                <a:off x="23616" y="0"/>
                <a:ext cx="2621507" cy="1487805"/>
              </a:xfrm>
              <a:custGeom>
                <a:avLst/>
                <a:gdLst>
                  <a:gd name="connsiteX0" fmla="*/ 0 w 2621507"/>
                  <a:gd name="connsiteY0" fmla="*/ 0 h 1487805"/>
                  <a:gd name="connsiteX1" fmla="*/ 2621507 w 2621507"/>
                  <a:gd name="connsiteY1" fmla="*/ 0 h 1487805"/>
                  <a:gd name="connsiteX2" fmla="*/ 2621507 w 2621507"/>
                  <a:gd name="connsiteY2" fmla="*/ 1487805 h 1487805"/>
                  <a:gd name="connsiteX3" fmla="*/ 0 w 2621507"/>
                  <a:gd name="connsiteY3" fmla="*/ 1487805 h 1487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1507" h="1487805">
                    <a:moveTo>
                      <a:pt x="0" y="0"/>
                    </a:moveTo>
                    <a:lnTo>
                      <a:pt x="2621507" y="0"/>
                    </a:lnTo>
                    <a:lnTo>
                      <a:pt x="2621507" y="1487805"/>
                    </a:lnTo>
                    <a:lnTo>
                      <a:pt x="0" y="1487805"/>
                    </a:lnTo>
                    <a:close/>
                  </a:path>
                </a:pathLst>
              </a:custGeom>
            </p:spPr>
          </p:pic>
          <p:pic>
            <p:nvPicPr>
              <p:cNvPr id="97" name="图片 96"/>
              <p:cNvPicPr>
                <a:picLocks noChangeAspect="1"/>
              </p:cNvPicPr>
              <p:nvPr/>
            </p:nvPicPr>
            <p:blipFill>
              <a:blip r:embed="rId14" cstate="screen"/>
              <a:srcRect t="47049"/>
              <a:stretch>
                <a:fillRect/>
              </a:stretch>
            </p:blipFill>
            <p:spPr>
              <a:xfrm>
                <a:off x="1461665" y="94956"/>
                <a:ext cx="2621507" cy="1388111"/>
              </a:xfrm>
              <a:custGeom>
                <a:avLst/>
                <a:gdLst>
                  <a:gd name="connsiteX0" fmla="*/ 0 w 2621507"/>
                  <a:gd name="connsiteY0" fmla="*/ 0 h 1388111"/>
                  <a:gd name="connsiteX1" fmla="*/ 2621507 w 2621507"/>
                  <a:gd name="connsiteY1" fmla="*/ 0 h 1388111"/>
                  <a:gd name="connsiteX2" fmla="*/ 2621507 w 2621507"/>
                  <a:gd name="connsiteY2" fmla="*/ 1388111 h 1388111"/>
                  <a:gd name="connsiteX3" fmla="*/ 0 w 2621507"/>
                  <a:gd name="connsiteY3" fmla="*/ 1388111 h 1388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1507" h="1388111">
                    <a:moveTo>
                      <a:pt x="0" y="0"/>
                    </a:moveTo>
                    <a:lnTo>
                      <a:pt x="2621507" y="0"/>
                    </a:lnTo>
                    <a:lnTo>
                      <a:pt x="2621507" y="1388111"/>
                    </a:lnTo>
                    <a:lnTo>
                      <a:pt x="0" y="1388111"/>
                    </a:lnTo>
                    <a:close/>
                  </a:path>
                </a:pathLst>
              </a:custGeom>
            </p:spPr>
          </p:pic>
          <p:pic>
            <p:nvPicPr>
              <p:cNvPr id="98" name="图片 97"/>
              <p:cNvPicPr>
                <a:picLocks noChangeAspect="1"/>
              </p:cNvPicPr>
              <p:nvPr/>
            </p:nvPicPr>
            <p:blipFill>
              <a:blip r:embed="rId12" cstate="screen"/>
              <a:srcRect/>
              <a:stretch>
                <a:fillRect/>
              </a:stretch>
            </p:blipFill>
            <p:spPr>
              <a:xfrm rot="21299275">
                <a:off x="-40997" y="-118310"/>
                <a:ext cx="2928900" cy="1675009"/>
              </a:xfrm>
              <a:custGeom>
                <a:avLst/>
                <a:gdLst>
                  <a:gd name="connsiteX0" fmla="*/ 146900 w 2928900"/>
                  <a:gd name="connsiteY0" fmla="*/ 0 h 1675009"/>
                  <a:gd name="connsiteX1" fmla="*/ 2928900 w 2928900"/>
                  <a:gd name="connsiteY1" fmla="*/ 243985 h 1675009"/>
                  <a:gd name="connsiteX2" fmla="*/ 2928900 w 2928900"/>
                  <a:gd name="connsiteY2" fmla="*/ 1675009 h 1675009"/>
                  <a:gd name="connsiteX3" fmla="*/ 0 w 2928900"/>
                  <a:gd name="connsiteY3" fmla="*/ 1675009 h 1675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900" h="1675009">
                    <a:moveTo>
                      <a:pt x="146900" y="0"/>
                    </a:moveTo>
                    <a:lnTo>
                      <a:pt x="2928900" y="243985"/>
                    </a:lnTo>
                    <a:lnTo>
                      <a:pt x="2928900" y="1675009"/>
                    </a:lnTo>
                    <a:lnTo>
                      <a:pt x="0" y="1675009"/>
                    </a:lnTo>
                    <a:close/>
                  </a:path>
                </a:pathLst>
              </a:custGeom>
            </p:spPr>
          </p:pic>
          <p:sp>
            <p:nvSpPr>
              <p:cNvPr id="99" name="任意多边形: 形状 98"/>
              <p:cNvSpPr/>
              <p:nvPr/>
            </p:nvSpPr>
            <p:spPr>
              <a:xfrm>
                <a:off x="8325891" y="1"/>
                <a:ext cx="2607672" cy="1421475"/>
              </a:xfrm>
              <a:custGeom>
                <a:avLst/>
                <a:gdLst>
                  <a:gd name="connsiteX0" fmla="*/ 5941 w 2607672"/>
                  <a:gd name="connsiteY0" fmla="*/ 0 h 1421475"/>
                  <a:gd name="connsiteX1" fmla="*/ 2601732 w 2607672"/>
                  <a:gd name="connsiteY1" fmla="*/ 0 h 1421475"/>
                  <a:gd name="connsiteX2" fmla="*/ 2607672 w 2607672"/>
                  <a:gd name="connsiteY2" fmla="*/ 117639 h 1421475"/>
                  <a:gd name="connsiteX3" fmla="*/ 1303836 w 2607672"/>
                  <a:gd name="connsiteY3" fmla="*/ 1421475 h 1421475"/>
                  <a:gd name="connsiteX4" fmla="*/ 0 w 2607672"/>
                  <a:gd name="connsiteY4" fmla="*/ 117639 h 1421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7672" h="1421475">
                    <a:moveTo>
                      <a:pt x="5941" y="0"/>
                    </a:moveTo>
                    <a:lnTo>
                      <a:pt x="2601732" y="0"/>
                    </a:lnTo>
                    <a:lnTo>
                      <a:pt x="2607672" y="117639"/>
                    </a:lnTo>
                    <a:cubicBezTo>
                      <a:pt x="2607672" y="837728"/>
                      <a:pt x="2023925" y="1421475"/>
                      <a:pt x="1303836" y="1421475"/>
                    </a:cubicBezTo>
                    <a:cubicBezTo>
                      <a:pt x="583747" y="1421475"/>
                      <a:pt x="0" y="837728"/>
                      <a:pt x="0" y="117639"/>
                    </a:cubicBezTo>
                    <a:close/>
                  </a:path>
                </a:pathLst>
              </a:custGeom>
              <a:solidFill>
                <a:srgbClr val="A5D2FF"/>
              </a:solidFill>
              <a:effectLst>
                <a:softEdge rad="8001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Bold"/>
                  <a:ea typeface="OPPOSans M" panose="00020600040101010101" charset="-122"/>
                  <a:cs typeface="+mn-cs"/>
                </a:endParaRPr>
              </a:p>
            </p:txBody>
          </p:sp>
          <p:pic>
            <p:nvPicPr>
              <p:cNvPr id="100" name="图片 99"/>
              <p:cNvPicPr>
                <a:picLocks noChangeAspect="1"/>
              </p:cNvPicPr>
              <p:nvPr/>
            </p:nvPicPr>
            <p:blipFill>
              <a:blip r:embed="rId13" cstate="screen"/>
              <a:srcRect t="42160"/>
              <a:stretch>
                <a:fillRect/>
              </a:stretch>
            </p:blipFill>
            <p:spPr>
              <a:xfrm>
                <a:off x="8434863" y="0"/>
                <a:ext cx="2621507" cy="1516286"/>
              </a:xfrm>
              <a:custGeom>
                <a:avLst/>
                <a:gdLst>
                  <a:gd name="connsiteX0" fmla="*/ 0 w 2621507"/>
                  <a:gd name="connsiteY0" fmla="*/ 0 h 1516286"/>
                  <a:gd name="connsiteX1" fmla="*/ 2621507 w 2621507"/>
                  <a:gd name="connsiteY1" fmla="*/ 0 h 1516286"/>
                  <a:gd name="connsiteX2" fmla="*/ 2621507 w 2621507"/>
                  <a:gd name="connsiteY2" fmla="*/ 1516286 h 1516286"/>
                  <a:gd name="connsiteX3" fmla="*/ 0 w 2621507"/>
                  <a:gd name="connsiteY3" fmla="*/ 1516286 h 1516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1507" h="1516286">
                    <a:moveTo>
                      <a:pt x="0" y="0"/>
                    </a:moveTo>
                    <a:lnTo>
                      <a:pt x="2621507" y="0"/>
                    </a:lnTo>
                    <a:lnTo>
                      <a:pt x="2621507" y="1516286"/>
                    </a:lnTo>
                    <a:lnTo>
                      <a:pt x="0" y="1516286"/>
                    </a:lnTo>
                    <a:close/>
                  </a:path>
                </a:pathLst>
              </a:custGeom>
            </p:spPr>
          </p:pic>
          <p:pic>
            <p:nvPicPr>
              <p:cNvPr id="101" name="图片 100"/>
              <p:cNvPicPr>
                <a:picLocks noChangeAspect="1"/>
              </p:cNvPicPr>
              <p:nvPr/>
            </p:nvPicPr>
            <p:blipFill>
              <a:blip r:embed="rId13" cstate="screen"/>
              <a:srcRect t="43427" r="15842"/>
              <a:stretch>
                <a:fillRect/>
              </a:stretch>
            </p:blipFill>
            <p:spPr>
              <a:xfrm>
                <a:off x="9985787" y="0"/>
                <a:ext cx="2206213" cy="1483067"/>
              </a:xfrm>
              <a:custGeom>
                <a:avLst/>
                <a:gdLst>
                  <a:gd name="connsiteX0" fmla="*/ 0 w 2206213"/>
                  <a:gd name="connsiteY0" fmla="*/ 0 h 1483067"/>
                  <a:gd name="connsiteX1" fmla="*/ 2206213 w 2206213"/>
                  <a:gd name="connsiteY1" fmla="*/ 0 h 1483067"/>
                  <a:gd name="connsiteX2" fmla="*/ 2206213 w 2206213"/>
                  <a:gd name="connsiteY2" fmla="*/ 1483067 h 1483067"/>
                  <a:gd name="connsiteX3" fmla="*/ 0 w 2206213"/>
                  <a:gd name="connsiteY3" fmla="*/ 1483067 h 1483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6213" h="1483067">
                    <a:moveTo>
                      <a:pt x="0" y="0"/>
                    </a:moveTo>
                    <a:lnTo>
                      <a:pt x="2206213" y="0"/>
                    </a:lnTo>
                    <a:lnTo>
                      <a:pt x="2206213" y="1483067"/>
                    </a:lnTo>
                    <a:lnTo>
                      <a:pt x="0" y="1483067"/>
                    </a:lnTo>
                    <a:close/>
                  </a:path>
                </a:pathLst>
              </a:custGeom>
            </p:spPr>
          </p:pic>
        </p:grpSp>
        <p:pic>
          <p:nvPicPr>
            <p:cNvPr id="48" name="图片 47" descr="查看图片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 rot="2773800" flipH="1" flipV="1">
              <a:off x="763410" y="-3104895"/>
              <a:ext cx="8851122" cy="9052740"/>
            </a:xfrm>
            <a:custGeom>
              <a:avLst/>
              <a:gdLst>
                <a:gd name="connsiteX0" fmla="*/ 8851122 w 8851122"/>
                <a:gd name="connsiteY0" fmla="*/ 1961450 h 9052740"/>
                <a:gd name="connsiteX1" fmla="*/ 2057943 w 8851122"/>
                <a:gd name="connsiteY1" fmla="*/ 9052740 h 9052740"/>
                <a:gd name="connsiteX2" fmla="*/ 0 w 8851122"/>
                <a:gd name="connsiteY2" fmla="*/ 9052740 h 9052740"/>
                <a:gd name="connsiteX3" fmla="*/ 0 w 8851122"/>
                <a:gd name="connsiteY3" fmla="*/ 1287225 h 9052740"/>
                <a:gd name="connsiteX4" fmla="*/ 1233111 w 8851122"/>
                <a:gd name="connsiteY4" fmla="*/ 0 h 9052740"/>
                <a:gd name="connsiteX5" fmla="*/ 7201614 w 8851122"/>
                <a:gd name="connsiteY5" fmla="*/ 0 h 9052740"/>
                <a:gd name="connsiteX6" fmla="*/ 8851122 w 8851122"/>
                <a:gd name="connsiteY6" fmla="*/ 1580164 h 9052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51122" h="9052740">
                  <a:moveTo>
                    <a:pt x="8851122" y="1961450"/>
                  </a:moveTo>
                  <a:lnTo>
                    <a:pt x="2057943" y="9052740"/>
                  </a:lnTo>
                  <a:lnTo>
                    <a:pt x="0" y="9052740"/>
                  </a:lnTo>
                  <a:lnTo>
                    <a:pt x="0" y="1287225"/>
                  </a:lnTo>
                  <a:lnTo>
                    <a:pt x="1233111" y="0"/>
                  </a:lnTo>
                  <a:lnTo>
                    <a:pt x="7201614" y="0"/>
                  </a:lnTo>
                  <a:lnTo>
                    <a:pt x="8851122" y="1580164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查看图片"/>
            <p:cNvPicPr>
              <a:picLocks noChangeAspect="1" noChangeArrowheads="1"/>
            </p:cNvPicPr>
            <p:nvPr/>
          </p:nvPicPr>
          <p:blipFill>
            <a:blip r:embed="rId16" cstate="screen"/>
            <a:srcRect/>
            <a:stretch>
              <a:fillRect/>
            </a:stretch>
          </p:blipFill>
          <p:spPr bwMode="auto">
            <a:xfrm rot="14782722">
              <a:off x="6132462" y="-1340681"/>
              <a:ext cx="6705262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查看图片"/>
            <p:cNvPicPr>
              <a:picLocks noChangeAspect="1" noChangeArrowheads="1"/>
            </p:cNvPicPr>
            <p:nvPr/>
          </p:nvPicPr>
          <p:blipFill>
            <a:blip r:embed="rId17" cstate="screen">
              <a:alphaModFix amt="35000"/>
            </a:blip>
            <a:srcRect/>
            <a:stretch>
              <a:fillRect/>
            </a:stretch>
          </p:blipFill>
          <p:spPr bwMode="auto">
            <a:xfrm rot="14187641">
              <a:off x="3407307" y="-635989"/>
              <a:ext cx="5483686" cy="5608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图片 5" descr="查看图片"/>
            <p:cNvPicPr>
              <a:picLocks noChangeAspect="1" noChangeArrowheads="1"/>
            </p:cNvPicPr>
            <p:nvPr/>
          </p:nvPicPr>
          <p:blipFill>
            <a:blip r:embed="rId18" cstate="screen"/>
            <a:srcRect/>
            <a:stretch>
              <a:fillRect/>
            </a:stretch>
          </p:blipFill>
          <p:spPr bwMode="auto">
            <a:xfrm rot="20327991">
              <a:off x="-880999" y="-837372"/>
              <a:ext cx="6705262" cy="4584651"/>
            </a:xfrm>
            <a:custGeom>
              <a:avLst/>
              <a:gdLst>
                <a:gd name="connsiteX0" fmla="*/ 1580257 w 6705262"/>
                <a:gd name="connsiteY0" fmla="*/ 0 h 4584651"/>
                <a:gd name="connsiteX1" fmla="*/ 6705262 w 6705262"/>
                <a:gd name="connsiteY1" fmla="*/ 1987873 h 4584651"/>
                <a:gd name="connsiteX2" fmla="*/ 6705262 w 6705262"/>
                <a:gd name="connsiteY2" fmla="*/ 4584651 h 4584651"/>
                <a:gd name="connsiteX3" fmla="*/ 0 w 6705262"/>
                <a:gd name="connsiteY3" fmla="*/ 4584651 h 4584651"/>
                <a:gd name="connsiteX4" fmla="*/ 0 w 6705262"/>
                <a:gd name="connsiteY4" fmla="*/ 4074113 h 458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5262" h="4584651">
                  <a:moveTo>
                    <a:pt x="1580257" y="0"/>
                  </a:moveTo>
                  <a:lnTo>
                    <a:pt x="6705262" y="1987873"/>
                  </a:lnTo>
                  <a:lnTo>
                    <a:pt x="6705262" y="4584651"/>
                  </a:lnTo>
                  <a:lnTo>
                    <a:pt x="0" y="4584651"/>
                  </a:lnTo>
                  <a:lnTo>
                    <a:pt x="0" y="4074113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图片 22" descr="查看图片"/>
            <p:cNvPicPr>
              <a:picLocks noChangeAspect="1" noChangeArrowheads="1"/>
            </p:cNvPicPr>
            <p:nvPr/>
          </p:nvPicPr>
          <p:blipFill>
            <a:blip r:embed="rId19" cstate="screen"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artisticBlur radius="5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 rot="3629723">
              <a:off x="9820542" y="3957617"/>
              <a:ext cx="2681700" cy="3885871"/>
            </a:xfrm>
            <a:custGeom>
              <a:avLst/>
              <a:gdLst>
                <a:gd name="connsiteX0" fmla="*/ 0 w 2681700"/>
                <a:gd name="connsiteY0" fmla="*/ 0 h 3885871"/>
                <a:gd name="connsiteX1" fmla="*/ 2681700 w 2681700"/>
                <a:gd name="connsiteY1" fmla="*/ 1517519 h 3885871"/>
                <a:gd name="connsiteX2" fmla="*/ 1341499 w 2681700"/>
                <a:gd name="connsiteY2" fmla="*/ 3885871 h 3885871"/>
                <a:gd name="connsiteX3" fmla="*/ 0 w 2681700"/>
                <a:gd name="connsiteY3" fmla="*/ 3885871 h 3885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700" h="3885871">
                  <a:moveTo>
                    <a:pt x="0" y="0"/>
                  </a:moveTo>
                  <a:lnTo>
                    <a:pt x="2681700" y="1517519"/>
                  </a:lnTo>
                  <a:lnTo>
                    <a:pt x="1341499" y="3885871"/>
                  </a:lnTo>
                  <a:lnTo>
                    <a:pt x="0" y="3885871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查看图片"/>
            <p:cNvPicPr>
              <a:picLocks noChangeAspect="1" noChangeArrowheads="1"/>
            </p:cNvPicPr>
            <p:nvPr/>
          </p:nvPicPr>
          <p:blipFill>
            <a:blip r:embed="rId21" cstate="screen"/>
            <a:srcRect/>
            <a:stretch>
              <a:fillRect/>
            </a:stretch>
          </p:blipFill>
          <p:spPr bwMode="auto">
            <a:xfrm rot="4083698">
              <a:off x="-568476" y="-15928"/>
              <a:ext cx="5781712" cy="5300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图片 20"/>
            <p:cNvPicPr/>
            <p:nvPr/>
          </p:nvPicPr>
          <p:blipFill>
            <a:blip r:embed="rId22" r:link="rId23" cstate="screen">
              <a:alphaModFix amt="85000"/>
            </a:blip>
            <a:stretch>
              <a:fillRect/>
            </a:stretch>
          </p:blipFill>
          <p:spPr>
            <a:xfrm rot="16200000">
              <a:off x="1472231" y="-1120064"/>
              <a:ext cx="4148629" cy="4243130"/>
            </a:xfrm>
            <a:prstGeom prst="rect">
              <a:avLst/>
            </a:prstGeom>
          </p:spPr>
        </p:pic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24" cstate="screen"/>
            <a:srcRect/>
            <a:stretch>
              <a:fillRect/>
            </a:stretch>
          </p:blipFill>
          <p:spPr>
            <a:xfrm>
              <a:off x="0" y="2187408"/>
              <a:ext cx="12192000" cy="4670592"/>
            </a:xfrm>
            <a:custGeom>
              <a:avLst/>
              <a:gdLst>
                <a:gd name="connsiteX0" fmla="*/ 0 w 12192000"/>
                <a:gd name="connsiteY0" fmla="*/ 0 h 4670592"/>
                <a:gd name="connsiteX1" fmla="*/ 12192000 w 12192000"/>
                <a:gd name="connsiteY1" fmla="*/ 0 h 4670592"/>
                <a:gd name="connsiteX2" fmla="*/ 12192000 w 12192000"/>
                <a:gd name="connsiteY2" fmla="*/ 4670592 h 4670592"/>
                <a:gd name="connsiteX3" fmla="*/ 0 w 12192000"/>
                <a:gd name="connsiteY3" fmla="*/ 4670592 h 4670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4670592">
                  <a:moveTo>
                    <a:pt x="0" y="0"/>
                  </a:moveTo>
                  <a:lnTo>
                    <a:pt x="12192000" y="0"/>
                  </a:lnTo>
                  <a:lnTo>
                    <a:pt x="12192000" y="4670592"/>
                  </a:lnTo>
                  <a:lnTo>
                    <a:pt x="0" y="4670592"/>
                  </a:lnTo>
                  <a:close/>
                </a:path>
              </a:pathLst>
            </a:custGeom>
          </p:spPr>
        </p:pic>
        <p:pic>
          <p:nvPicPr>
            <p:cNvPr id="1042" name="图片 1041" descr="查看图片"/>
            <p:cNvPicPr>
              <a:picLocks noChangeAspect="1" noChangeArrowheads="1"/>
            </p:cNvPicPr>
            <p:nvPr/>
          </p:nvPicPr>
          <p:blipFill>
            <a:blip r:embed="rId25" cstate="screen"/>
            <a:srcRect/>
            <a:stretch>
              <a:fillRect/>
            </a:stretch>
          </p:blipFill>
          <p:spPr bwMode="auto">
            <a:xfrm>
              <a:off x="0" y="562239"/>
              <a:ext cx="11313358" cy="6295761"/>
            </a:xfrm>
            <a:custGeom>
              <a:avLst/>
              <a:gdLst>
                <a:gd name="connsiteX0" fmla="*/ 0 w 11313358"/>
                <a:gd name="connsiteY0" fmla="*/ 0 h 6295761"/>
                <a:gd name="connsiteX1" fmla="*/ 11313358 w 11313358"/>
                <a:gd name="connsiteY1" fmla="*/ 0 h 6295761"/>
                <a:gd name="connsiteX2" fmla="*/ 11313358 w 11313358"/>
                <a:gd name="connsiteY2" fmla="*/ 6295761 h 6295761"/>
                <a:gd name="connsiteX3" fmla="*/ 0 w 11313358"/>
                <a:gd name="connsiteY3" fmla="*/ 6295761 h 629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13358" h="6295761">
                  <a:moveTo>
                    <a:pt x="0" y="0"/>
                  </a:moveTo>
                  <a:lnTo>
                    <a:pt x="11313358" y="0"/>
                  </a:lnTo>
                  <a:lnTo>
                    <a:pt x="11313358" y="6295761"/>
                  </a:lnTo>
                  <a:lnTo>
                    <a:pt x="0" y="6295761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图片 1032" descr="查看图片"/>
            <p:cNvPicPr>
              <a:picLocks noChangeAspect="1" noChangeArrowheads="1"/>
            </p:cNvPicPr>
            <p:nvPr/>
          </p:nvPicPr>
          <p:blipFill>
            <a:blip r:embed="rId18" cstate="screen"/>
            <a:srcRect/>
            <a:stretch>
              <a:fillRect/>
            </a:stretch>
          </p:blipFill>
          <p:spPr bwMode="auto">
            <a:xfrm rot="1272009" flipH="1">
              <a:off x="6372327" y="-749712"/>
              <a:ext cx="6705262" cy="4584651"/>
            </a:xfrm>
            <a:custGeom>
              <a:avLst/>
              <a:gdLst>
                <a:gd name="connsiteX0" fmla="*/ 1580257 w 6705262"/>
                <a:gd name="connsiteY0" fmla="*/ 0 h 4584651"/>
                <a:gd name="connsiteX1" fmla="*/ 6705262 w 6705262"/>
                <a:gd name="connsiteY1" fmla="*/ 1987873 h 4584651"/>
                <a:gd name="connsiteX2" fmla="*/ 6705262 w 6705262"/>
                <a:gd name="connsiteY2" fmla="*/ 4584651 h 4584651"/>
                <a:gd name="connsiteX3" fmla="*/ 0 w 6705262"/>
                <a:gd name="connsiteY3" fmla="*/ 4584651 h 4584651"/>
                <a:gd name="connsiteX4" fmla="*/ 0 w 6705262"/>
                <a:gd name="connsiteY4" fmla="*/ 4074113 h 458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5262" h="4584651">
                  <a:moveTo>
                    <a:pt x="1580257" y="0"/>
                  </a:moveTo>
                  <a:lnTo>
                    <a:pt x="6705262" y="1987873"/>
                  </a:lnTo>
                  <a:lnTo>
                    <a:pt x="6705262" y="4584651"/>
                  </a:lnTo>
                  <a:lnTo>
                    <a:pt x="0" y="4584651"/>
                  </a:lnTo>
                  <a:lnTo>
                    <a:pt x="0" y="4074113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图片 6"/>
            <p:cNvPicPr/>
            <p:nvPr/>
          </p:nvPicPr>
          <p:blipFill>
            <a:blip r:embed="rId22" r:link="rId23" cstate="screen">
              <a:alphaModFix amt="50000"/>
            </a:blip>
            <a:stretch>
              <a:fillRect/>
            </a:stretch>
          </p:blipFill>
          <p:spPr>
            <a:xfrm rot="15635285">
              <a:off x="4885753" y="158256"/>
              <a:ext cx="4148629" cy="4243130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26">
              <a:lum bright="70000" contrast="-70000"/>
            </a:blip>
            <a:stretch>
              <a:fillRect/>
            </a:stretch>
          </p:blipFill>
          <p:spPr>
            <a:xfrm>
              <a:off x="-447747" y="-1365713"/>
              <a:ext cx="1340103" cy="2257956"/>
            </a:xfrm>
            <a:prstGeom prst="rect">
              <a:avLst/>
            </a:prstGeom>
          </p:spPr>
        </p:pic>
        <p:pic>
          <p:nvPicPr>
            <p:cNvPr id="3090" name="Picture 18" descr="查看图片"/>
            <p:cNvPicPr>
              <a:picLocks noChangeAspect="1" noChangeArrowheads="1"/>
            </p:cNvPicPr>
            <p:nvPr/>
          </p:nvPicPr>
          <p:blipFill>
            <a:blip r:embed="rId27">
              <a:alphaModFix amt="59000"/>
            </a:blip>
            <a:srcRect/>
            <a:stretch>
              <a:fillRect/>
            </a:stretch>
          </p:blipFill>
          <p:spPr bwMode="auto">
            <a:xfrm>
              <a:off x="984034" y="420112"/>
              <a:ext cx="8762360" cy="7083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8" cstate="screen"/>
            <a:srcRect l="12666" t="11945" r="11954"/>
            <a:stretch>
              <a:fillRect/>
            </a:stretch>
          </p:blipFill>
          <p:spPr>
            <a:xfrm>
              <a:off x="31829" y="-19802"/>
              <a:ext cx="12192000" cy="7555979"/>
            </a:xfrm>
            <a:custGeom>
              <a:avLst/>
              <a:gdLst>
                <a:gd name="connsiteX0" fmla="*/ 0 w 12192000"/>
                <a:gd name="connsiteY0" fmla="*/ 0 h 6017881"/>
                <a:gd name="connsiteX1" fmla="*/ 12192000 w 12192000"/>
                <a:gd name="connsiteY1" fmla="*/ 0 h 6017881"/>
                <a:gd name="connsiteX2" fmla="*/ 12192000 w 12192000"/>
                <a:gd name="connsiteY2" fmla="*/ 6017881 h 6017881"/>
                <a:gd name="connsiteX3" fmla="*/ 0 w 12192000"/>
                <a:gd name="connsiteY3" fmla="*/ 6017881 h 6017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017881">
                  <a:moveTo>
                    <a:pt x="0" y="0"/>
                  </a:moveTo>
                  <a:lnTo>
                    <a:pt x="12192000" y="0"/>
                  </a:lnTo>
                  <a:lnTo>
                    <a:pt x="12192000" y="6017881"/>
                  </a:lnTo>
                  <a:lnTo>
                    <a:pt x="0" y="6017881"/>
                  </a:lnTo>
                  <a:close/>
                </a:path>
              </a:pathLst>
            </a:custGeom>
          </p:spPr>
        </p:pic>
        <p:pic>
          <p:nvPicPr>
            <p:cNvPr id="9" name="Picture 2" descr="查看图片"/>
            <p:cNvPicPr>
              <a:picLocks noChangeAspect="1" noChangeArrowheads="1"/>
            </p:cNvPicPr>
            <p:nvPr/>
          </p:nvPicPr>
          <p:blipFill>
            <a:blip r:embed="rId29" cstate="screen"/>
            <a:srcRect/>
            <a:stretch>
              <a:fillRect/>
            </a:stretch>
          </p:blipFill>
          <p:spPr bwMode="auto">
            <a:xfrm rot="670551">
              <a:off x="7190856" y="1459566"/>
              <a:ext cx="4704346" cy="5415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0" cstate="screen"/>
            <a:srcRect/>
            <a:stretch>
              <a:fillRect/>
            </a:stretch>
          </p:blipFill>
          <p:spPr>
            <a:xfrm>
              <a:off x="7474914" y="25204"/>
              <a:ext cx="4748916" cy="7359551"/>
            </a:xfrm>
            <a:custGeom>
              <a:avLst/>
              <a:gdLst>
                <a:gd name="connsiteX0" fmla="*/ 0 w 6878893"/>
                <a:gd name="connsiteY0" fmla="*/ 0 h 5861438"/>
                <a:gd name="connsiteX1" fmla="*/ 6878893 w 6878893"/>
                <a:gd name="connsiteY1" fmla="*/ 0 h 5861438"/>
                <a:gd name="connsiteX2" fmla="*/ 6878893 w 6878893"/>
                <a:gd name="connsiteY2" fmla="*/ 5861438 h 5861438"/>
                <a:gd name="connsiteX3" fmla="*/ 0 w 6878893"/>
                <a:gd name="connsiteY3" fmla="*/ 5861438 h 586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78893" h="5861438">
                  <a:moveTo>
                    <a:pt x="0" y="0"/>
                  </a:moveTo>
                  <a:lnTo>
                    <a:pt x="6878893" y="0"/>
                  </a:lnTo>
                  <a:lnTo>
                    <a:pt x="6878893" y="5861438"/>
                  </a:lnTo>
                  <a:lnTo>
                    <a:pt x="0" y="5861438"/>
                  </a:lnTo>
                  <a:close/>
                </a:path>
              </a:pathLst>
            </a:custGeom>
          </p:spPr>
        </p:pic>
        <p:pic>
          <p:nvPicPr>
            <p:cNvPr id="45" name="图片 44" descr="查看图片"/>
            <p:cNvPicPr>
              <a:picLocks noChangeAspect="1" noChangeArrowheads="1"/>
            </p:cNvPicPr>
            <p:nvPr/>
          </p:nvPicPr>
          <p:blipFill>
            <a:blip r:embed="rId31" cstate="screen">
              <a:extLst>
                <a:ext uri="{BEBA8EAE-BF5A-486C-A8C5-ECC9F3942E4B}">
                  <a14:imgProps xmlns:a14="http://schemas.microsoft.com/office/drawing/2010/main">
                    <a14:imgLayer r:embed="rId32">
                      <a14:imgEffect>
                        <a14:artisticBlur radius="28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8253" y="12904"/>
              <a:ext cx="12175668" cy="6812926"/>
            </a:xfrm>
            <a:custGeom>
              <a:avLst/>
              <a:gdLst>
                <a:gd name="connsiteX0" fmla="*/ 0 w 12175668"/>
                <a:gd name="connsiteY0" fmla="*/ 0 h 6812926"/>
                <a:gd name="connsiteX1" fmla="*/ 12175668 w 12175668"/>
                <a:gd name="connsiteY1" fmla="*/ 0 h 6812926"/>
                <a:gd name="connsiteX2" fmla="*/ 12175668 w 12175668"/>
                <a:gd name="connsiteY2" fmla="*/ 6812926 h 6812926"/>
                <a:gd name="connsiteX3" fmla="*/ 0 w 12175668"/>
                <a:gd name="connsiteY3" fmla="*/ 6812926 h 6812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5668" h="6812926">
                  <a:moveTo>
                    <a:pt x="0" y="0"/>
                  </a:moveTo>
                  <a:lnTo>
                    <a:pt x="12175668" y="0"/>
                  </a:lnTo>
                  <a:lnTo>
                    <a:pt x="12175668" y="6812926"/>
                  </a:lnTo>
                  <a:lnTo>
                    <a:pt x="0" y="6812926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3" name="图片 3072" descr="查看图片"/>
            <p:cNvPicPr>
              <a:picLocks noChangeAspect="1" noChangeArrowheads="1"/>
            </p:cNvPicPr>
            <p:nvPr/>
          </p:nvPicPr>
          <p:blipFill>
            <a:blip r:embed="rId33" cstate="screen"/>
            <a:srcRect/>
            <a:stretch>
              <a:fillRect/>
            </a:stretch>
          </p:blipFill>
          <p:spPr bwMode="auto">
            <a:xfrm rot="5400000" flipH="1">
              <a:off x="-294127" y="305862"/>
              <a:ext cx="6705262" cy="6117008"/>
            </a:xfrm>
            <a:custGeom>
              <a:avLst/>
              <a:gdLst>
                <a:gd name="connsiteX0" fmla="*/ 6705262 w 6705262"/>
                <a:gd name="connsiteY0" fmla="*/ 6117008 h 6117008"/>
                <a:gd name="connsiteX1" fmla="*/ 6705262 w 6705262"/>
                <a:gd name="connsiteY1" fmla="*/ 0 h 6117008"/>
                <a:gd name="connsiteX2" fmla="*/ 0 w 6705262"/>
                <a:gd name="connsiteY2" fmla="*/ 0 h 6117008"/>
                <a:gd name="connsiteX3" fmla="*/ 0 w 6705262"/>
                <a:gd name="connsiteY3" fmla="*/ 6117008 h 611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5262" h="6117008">
                  <a:moveTo>
                    <a:pt x="6705262" y="6117008"/>
                  </a:moveTo>
                  <a:lnTo>
                    <a:pt x="6705262" y="0"/>
                  </a:lnTo>
                  <a:lnTo>
                    <a:pt x="0" y="0"/>
                  </a:lnTo>
                  <a:lnTo>
                    <a:pt x="0" y="6117008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7" name="图片 1036"/>
            <p:cNvPicPr>
              <a:picLocks noChangeAspect="1"/>
            </p:cNvPicPr>
            <p:nvPr/>
          </p:nvPicPr>
          <p:blipFill>
            <a:blip r:embed="rId34" cstate="screen">
              <a:lum bright="70000" contrast="-70000"/>
            </a:blip>
            <a:srcRect/>
            <a:stretch>
              <a:fillRect/>
            </a:stretch>
          </p:blipFill>
          <p:spPr>
            <a:xfrm>
              <a:off x="1353328" y="-19803"/>
              <a:ext cx="10320486" cy="6450017"/>
            </a:xfrm>
            <a:custGeom>
              <a:avLst/>
              <a:gdLst>
                <a:gd name="connsiteX0" fmla="*/ 0 w 10320486"/>
                <a:gd name="connsiteY0" fmla="*/ 0 h 5137049"/>
                <a:gd name="connsiteX1" fmla="*/ 10320486 w 10320486"/>
                <a:gd name="connsiteY1" fmla="*/ 0 h 5137049"/>
                <a:gd name="connsiteX2" fmla="*/ 10320486 w 10320486"/>
                <a:gd name="connsiteY2" fmla="*/ 5137049 h 5137049"/>
                <a:gd name="connsiteX3" fmla="*/ 0 w 10320486"/>
                <a:gd name="connsiteY3" fmla="*/ 5137049 h 5137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20486" h="5137049">
                  <a:moveTo>
                    <a:pt x="0" y="0"/>
                  </a:moveTo>
                  <a:lnTo>
                    <a:pt x="10320486" y="0"/>
                  </a:lnTo>
                  <a:lnTo>
                    <a:pt x="10320486" y="5137049"/>
                  </a:lnTo>
                  <a:lnTo>
                    <a:pt x="0" y="5137049"/>
                  </a:lnTo>
                  <a:close/>
                </a:path>
              </a:pathLst>
            </a:custGeom>
          </p:spPr>
        </p:pic>
        <p:sp>
          <p:nvSpPr>
            <p:cNvPr id="70" name="椭圆 69"/>
            <p:cNvSpPr/>
            <p:nvPr/>
          </p:nvSpPr>
          <p:spPr>
            <a:xfrm>
              <a:off x="4560773" y="3380664"/>
              <a:ext cx="3070454" cy="3070454"/>
            </a:xfrm>
            <a:prstGeom prst="ellipse">
              <a:avLst/>
            </a:prstGeom>
            <a:gradFill flip="none" rotWithShape="1">
              <a:gsLst>
                <a:gs pos="63000">
                  <a:srgbClr val="198FBE">
                    <a:alpha val="0"/>
                    <a:lumMod val="0"/>
                    <a:lumOff val="100000"/>
                  </a:srgbClr>
                </a:gs>
                <a:gs pos="0">
                  <a:srgbClr val="006BBB">
                    <a:lumMod val="0"/>
                    <a:lumOff val="100000"/>
                    <a:alpha val="58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0">
              <a:noFill/>
            </a:ln>
            <a:effectLst>
              <a:glow>
                <a:srgbClr val="000000"/>
              </a:glo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600" b="0" i="0" u="none" strike="noStrike" kern="1200" cap="none" spc="0" normalizeH="0" baseline="0" noProof="0">
                <a:ln>
                  <a:noFill/>
                </a:ln>
                <a:solidFill>
                  <a:srgbClr val="2D3847"/>
                </a:solidFill>
                <a:effectLst>
                  <a:glow>
                    <a:srgbClr val="000000"/>
                  </a:glow>
                </a:effectLst>
                <a:uLnTx/>
                <a:uFillTx/>
                <a:latin typeface="演示新手书" panose="00000500000000000000" pitchFamily="50" charset="-122"/>
                <a:ea typeface="演示新手书" panose="00000500000000000000" pitchFamily="50" charset="-122"/>
                <a:cs typeface="+mn-cs"/>
              </a:endParaRPr>
            </a:p>
          </p:txBody>
        </p:sp>
        <p:pic>
          <p:nvPicPr>
            <p:cNvPr id="5" name="Picture 2" descr="查看图片"/>
            <p:cNvPicPr>
              <a:picLocks noChangeAspect="1" noChangeArrowheads="1"/>
            </p:cNvPicPr>
            <p:nvPr/>
          </p:nvPicPr>
          <p:blipFill>
            <a:blip r:embed="rId29" cstate="screen"/>
            <a:srcRect/>
            <a:stretch>
              <a:fillRect/>
            </a:stretch>
          </p:blipFill>
          <p:spPr bwMode="auto">
            <a:xfrm rot="670551">
              <a:off x="7468834" y="812630"/>
              <a:ext cx="4704346" cy="5415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26">
              <a:lum bright="70000" contrast="-70000"/>
            </a:blip>
            <a:stretch>
              <a:fillRect/>
            </a:stretch>
          </p:blipFill>
          <p:spPr>
            <a:xfrm>
              <a:off x="1314622" y="836916"/>
              <a:ext cx="1340103" cy="2835062"/>
            </a:xfrm>
            <a:prstGeom prst="rect">
              <a:avLst/>
            </a:prstGeom>
          </p:spPr>
        </p:pic>
        <p:pic>
          <p:nvPicPr>
            <p:cNvPr id="22" name="Picture 2" descr="查看图片"/>
            <p:cNvPicPr>
              <a:picLocks noChangeAspect="1" noChangeArrowheads="1"/>
            </p:cNvPicPr>
            <p:nvPr/>
          </p:nvPicPr>
          <p:blipFill>
            <a:blip r:embed="rId35" cstate="screen">
              <a:alphaModFix amt="50000"/>
            </a:blip>
            <a:srcRect/>
            <a:stretch>
              <a:fillRect/>
            </a:stretch>
          </p:blipFill>
          <p:spPr bwMode="auto">
            <a:xfrm rot="14187641">
              <a:off x="1100527" y="1361833"/>
              <a:ext cx="4574870" cy="37266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60" name="图片 3159"/>
            <p:cNvPicPr>
              <a:picLocks noChangeAspect="1"/>
            </p:cNvPicPr>
            <p:nvPr/>
          </p:nvPicPr>
          <p:blipFill>
            <a:blip r:embed="rId36" cstate="screen">
              <a:lum bright="70000" contrast="-70000"/>
            </a:blip>
            <a:stretch>
              <a:fillRect/>
            </a:stretch>
          </p:blipFill>
          <p:spPr>
            <a:xfrm>
              <a:off x="10503523" y="4087720"/>
              <a:ext cx="1671950" cy="2507925"/>
            </a:xfrm>
            <a:prstGeom prst="rect">
              <a:avLst/>
            </a:prstGeom>
          </p:spPr>
        </p:pic>
        <p:pic>
          <p:nvPicPr>
            <p:cNvPr id="3161" name="图片 3160"/>
            <p:cNvPicPr>
              <a:picLocks noChangeAspect="1"/>
            </p:cNvPicPr>
            <p:nvPr/>
          </p:nvPicPr>
          <p:blipFill>
            <a:blip r:embed="rId36" cstate="screen">
              <a:lum bright="70000" contrast="-70000"/>
            </a:blip>
            <a:stretch>
              <a:fillRect/>
            </a:stretch>
          </p:blipFill>
          <p:spPr>
            <a:xfrm flipH="1">
              <a:off x="-36272" y="4087720"/>
              <a:ext cx="1671950" cy="250792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A-自定义形状 9"/>
          <p:cNvSpPr/>
          <p:nvPr>
            <p:custDataLst>
              <p:tags r:id="rId2"/>
            </p:custDataLst>
          </p:nvPr>
        </p:nvSpPr>
        <p:spPr>
          <a:xfrm>
            <a:off x="2890" y="672524"/>
            <a:ext cx="12162144" cy="158839"/>
          </a:xfrm>
          <a:custGeom>
            <a:avLst/>
            <a:gdLst>
              <a:gd name="connsiteX0" fmla="*/ 429080 w 3702191"/>
              <a:gd name="connsiteY0" fmla="*/ 153828 h 157500"/>
              <a:gd name="connsiteX1" fmla="*/ 0 w 3702191"/>
              <a:gd name="connsiteY1" fmla="*/ 153828 h 157500"/>
              <a:gd name="connsiteX2" fmla="*/ 419980 w 3702191"/>
              <a:gd name="connsiteY2" fmla="*/ 157500 h 157500"/>
              <a:gd name="connsiteX3" fmla="*/ 583396 w 3702191"/>
              <a:gd name="connsiteY3" fmla="*/ 0 h 157500"/>
              <a:gd name="connsiteX4" fmla="*/ 578037 w 3702191"/>
              <a:gd name="connsiteY4" fmla="*/ 2380 h 157500"/>
              <a:gd name="connsiteX5" fmla="*/ 3702191 w 3702191"/>
              <a:gd name="connsiteY5" fmla="*/ 2380 h 157500"/>
              <a:gd name="connsiteX0-1" fmla="*/ 429080 w 12182048"/>
              <a:gd name="connsiteY0-2" fmla="*/ 153828 h 157500"/>
              <a:gd name="connsiteX1-3" fmla="*/ 0 w 12182048"/>
              <a:gd name="connsiteY1-4" fmla="*/ 153828 h 157500"/>
              <a:gd name="connsiteX2-5" fmla="*/ 419980 w 12182048"/>
              <a:gd name="connsiteY2-6" fmla="*/ 157500 h 157500"/>
              <a:gd name="connsiteX3-7" fmla="*/ 583396 w 12182048"/>
              <a:gd name="connsiteY3-8" fmla="*/ 0 h 157500"/>
              <a:gd name="connsiteX4-9" fmla="*/ 578037 w 12182048"/>
              <a:gd name="connsiteY4-10" fmla="*/ 2380 h 157500"/>
              <a:gd name="connsiteX5-11" fmla="*/ 12182048 w 12182048"/>
              <a:gd name="connsiteY5-12" fmla="*/ 31256 h 157500"/>
              <a:gd name="connsiteX0-13" fmla="*/ 429080 w 12084482"/>
              <a:gd name="connsiteY0-14" fmla="*/ 153828 h 157500"/>
              <a:gd name="connsiteX1-15" fmla="*/ 0 w 12084482"/>
              <a:gd name="connsiteY1-16" fmla="*/ 153828 h 157500"/>
              <a:gd name="connsiteX2-17" fmla="*/ 419980 w 12084482"/>
              <a:gd name="connsiteY2-18" fmla="*/ 157500 h 157500"/>
              <a:gd name="connsiteX3-19" fmla="*/ 583396 w 12084482"/>
              <a:gd name="connsiteY3-20" fmla="*/ 0 h 157500"/>
              <a:gd name="connsiteX4-21" fmla="*/ 578037 w 12084482"/>
              <a:gd name="connsiteY4-22" fmla="*/ 2380 h 157500"/>
              <a:gd name="connsiteX5-23" fmla="*/ 12084482 w 12084482"/>
              <a:gd name="connsiteY5-24" fmla="*/ 13105 h 157500"/>
              <a:gd name="connsiteX0-25" fmla="*/ 506742 w 12162144"/>
              <a:gd name="connsiteY0-26" fmla="*/ 153828 h 158839"/>
              <a:gd name="connsiteX1-27" fmla="*/ 0 w 12162144"/>
              <a:gd name="connsiteY1-28" fmla="*/ 158839 h 158839"/>
              <a:gd name="connsiteX2-29" fmla="*/ 497642 w 12162144"/>
              <a:gd name="connsiteY2-30" fmla="*/ 157500 h 158839"/>
              <a:gd name="connsiteX3-31" fmla="*/ 661058 w 12162144"/>
              <a:gd name="connsiteY3-32" fmla="*/ 0 h 158839"/>
              <a:gd name="connsiteX4-33" fmla="*/ 655699 w 12162144"/>
              <a:gd name="connsiteY4-34" fmla="*/ 2380 h 158839"/>
              <a:gd name="connsiteX5-35" fmla="*/ 12162144 w 12162144"/>
              <a:gd name="connsiteY5-36" fmla="*/ 13105 h 1588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162144" h="158839">
                <a:moveTo>
                  <a:pt x="506742" y="153828"/>
                </a:moveTo>
                <a:lnTo>
                  <a:pt x="0" y="158839"/>
                </a:lnTo>
                <a:moveTo>
                  <a:pt x="497642" y="157500"/>
                </a:moveTo>
                <a:lnTo>
                  <a:pt x="661058" y="0"/>
                </a:lnTo>
                <a:moveTo>
                  <a:pt x="655699" y="2380"/>
                </a:moveTo>
                <a:lnTo>
                  <a:pt x="12162144" y="13105"/>
                </a:lnTo>
              </a:path>
            </a:pathLst>
          </a:custGeom>
          <a:noFill/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tailEnd w="sm" len="sm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4" name="PA-自定义形状 9"/>
          <p:cNvSpPr/>
          <p:nvPr userDrawn="1">
            <p:custDataLst>
              <p:tags r:id="rId3"/>
            </p:custDataLst>
          </p:nvPr>
        </p:nvSpPr>
        <p:spPr>
          <a:xfrm>
            <a:off x="10323" y="668033"/>
            <a:ext cx="2195082" cy="158839"/>
          </a:xfrm>
          <a:custGeom>
            <a:avLst/>
            <a:gdLst>
              <a:gd name="connsiteX0" fmla="*/ 429080 w 3702191"/>
              <a:gd name="connsiteY0" fmla="*/ 153828 h 157500"/>
              <a:gd name="connsiteX1" fmla="*/ 0 w 3702191"/>
              <a:gd name="connsiteY1" fmla="*/ 153828 h 157500"/>
              <a:gd name="connsiteX2" fmla="*/ 419980 w 3702191"/>
              <a:gd name="connsiteY2" fmla="*/ 157500 h 157500"/>
              <a:gd name="connsiteX3" fmla="*/ 583396 w 3702191"/>
              <a:gd name="connsiteY3" fmla="*/ 0 h 157500"/>
              <a:gd name="connsiteX4" fmla="*/ 578037 w 3702191"/>
              <a:gd name="connsiteY4" fmla="*/ 2380 h 157500"/>
              <a:gd name="connsiteX5" fmla="*/ 3702191 w 3702191"/>
              <a:gd name="connsiteY5" fmla="*/ 2380 h 157500"/>
              <a:gd name="connsiteX0-1" fmla="*/ 429080 w 12182048"/>
              <a:gd name="connsiteY0-2" fmla="*/ 153828 h 157500"/>
              <a:gd name="connsiteX1-3" fmla="*/ 0 w 12182048"/>
              <a:gd name="connsiteY1-4" fmla="*/ 153828 h 157500"/>
              <a:gd name="connsiteX2-5" fmla="*/ 419980 w 12182048"/>
              <a:gd name="connsiteY2-6" fmla="*/ 157500 h 157500"/>
              <a:gd name="connsiteX3-7" fmla="*/ 583396 w 12182048"/>
              <a:gd name="connsiteY3-8" fmla="*/ 0 h 157500"/>
              <a:gd name="connsiteX4-9" fmla="*/ 578037 w 12182048"/>
              <a:gd name="connsiteY4-10" fmla="*/ 2380 h 157500"/>
              <a:gd name="connsiteX5-11" fmla="*/ 12182048 w 12182048"/>
              <a:gd name="connsiteY5-12" fmla="*/ 31256 h 157500"/>
              <a:gd name="connsiteX0-13" fmla="*/ 429080 w 12084482"/>
              <a:gd name="connsiteY0-14" fmla="*/ 153828 h 157500"/>
              <a:gd name="connsiteX1-15" fmla="*/ 0 w 12084482"/>
              <a:gd name="connsiteY1-16" fmla="*/ 153828 h 157500"/>
              <a:gd name="connsiteX2-17" fmla="*/ 419980 w 12084482"/>
              <a:gd name="connsiteY2-18" fmla="*/ 157500 h 157500"/>
              <a:gd name="connsiteX3-19" fmla="*/ 583396 w 12084482"/>
              <a:gd name="connsiteY3-20" fmla="*/ 0 h 157500"/>
              <a:gd name="connsiteX4-21" fmla="*/ 578037 w 12084482"/>
              <a:gd name="connsiteY4-22" fmla="*/ 2380 h 157500"/>
              <a:gd name="connsiteX5-23" fmla="*/ 12084482 w 12084482"/>
              <a:gd name="connsiteY5-24" fmla="*/ 13105 h 157500"/>
              <a:gd name="connsiteX0-25" fmla="*/ 506742 w 12162144"/>
              <a:gd name="connsiteY0-26" fmla="*/ 153828 h 158839"/>
              <a:gd name="connsiteX1-27" fmla="*/ 0 w 12162144"/>
              <a:gd name="connsiteY1-28" fmla="*/ 158839 h 158839"/>
              <a:gd name="connsiteX2-29" fmla="*/ 497642 w 12162144"/>
              <a:gd name="connsiteY2-30" fmla="*/ 157500 h 158839"/>
              <a:gd name="connsiteX3-31" fmla="*/ 661058 w 12162144"/>
              <a:gd name="connsiteY3-32" fmla="*/ 0 h 158839"/>
              <a:gd name="connsiteX4-33" fmla="*/ 655699 w 12162144"/>
              <a:gd name="connsiteY4-34" fmla="*/ 2380 h 158839"/>
              <a:gd name="connsiteX5-35" fmla="*/ 12162144 w 12162144"/>
              <a:gd name="connsiteY5-36" fmla="*/ 13105 h 158839"/>
              <a:gd name="connsiteX0-37" fmla="*/ 506742 w 12162144"/>
              <a:gd name="connsiteY0-38" fmla="*/ 153828 h 158839"/>
              <a:gd name="connsiteX1-39" fmla="*/ 0 w 12162144"/>
              <a:gd name="connsiteY1-40" fmla="*/ 158839 h 158839"/>
              <a:gd name="connsiteX2-41" fmla="*/ 497642 w 12162144"/>
              <a:gd name="connsiteY2-42" fmla="*/ 157500 h 158839"/>
              <a:gd name="connsiteX3-43" fmla="*/ 661058 w 12162144"/>
              <a:gd name="connsiteY3-44" fmla="*/ 0 h 158839"/>
              <a:gd name="connsiteX4-45" fmla="*/ 655699 w 12162144"/>
              <a:gd name="connsiteY4-46" fmla="*/ 2380 h 158839"/>
              <a:gd name="connsiteX5-47" fmla="*/ 1233057 w 12162144"/>
              <a:gd name="connsiteY5-48" fmla="*/ 3055 h 158839"/>
              <a:gd name="connsiteX6" fmla="*/ 12162144 w 12162144"/>
              <a:gd name="connsiteY6" fmla="*/ 13105 h 158839"/>
              <a:gd name="connsiteX0-49" fmla="*/ 506742 w 1233057"/>
              <a:gd name="connsiteY0-50" fmla="*/ 153828 h 158839"/>
              <a:gd name="connsiteX1-51" fmla="*/ 0 w 1233057"/>
              <a:gd name="connsiteY1-52" fmla="*/ 158839 h 158839"/>
              <a:gd name="connsiteX2-53" fmla="*/ 497642 w 1233057"/>
              <a:gd name="connsiteY2-54" fmla="*/ 157500 h 158839"/>
              <a:gd name="connsiteX3-55" fmla="*/ 661058 w 1233057"/>
              <a:gd name="connsiteY3-56" fmla="*/ 0 h 158839"/>
              <a:gd name="connsiteX4-57" fmla="*/ 655699 w 1233057"/>
              <a:gd name="connsiteY4-58" fmla="*/ 2380 h 158839"/>
              <a:gd name="connsiteX5-59" fmla="*/ 1233057 w 1233057"/>
              <a:gd name="connsiteY5-60" fmla="*/ 3055 h 158839"/>
              <a:gd name="connsiteX0-61" fmla="*/ 506742 w 2195082"/>
              <a:gd name="connsiteY0-62" fmla="*/ 153828 h 158839"/>
              <a:gd name="connsiteX1-63" fmla="*/ 0 w 2195082"/>
              <a:gd name="connsiteY1-64" fmla="*/ 158839 h 158839"/>
              <a:gd name="connsiteX2-65" fmla="*/ 497642 w 2195082"/>
              <a:gd name="connsiteY2-66" fmla="*/ 157500 h 158839"/>
              <a:gd name="connsiteX3-67" fmla="*/ 661058 w 2195082"/>
              <a:gd name="connsiteY3-68" fmla="*/ 0 h 158839"/>
              <a:gd name="connsiteX4-69" fmla="*/ 655699 w 2195082"/>
              <a:gd name="connsiteY4-70" fmla="*/ 2380 h 158839"/>
              <a:gd name="connsiteX5-71" fmla="*/ 2195082 w 2195082"/>
              <a:gd name="connsiteY5-72" fmla="*/ 9405 h 1588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195082" h="158839">
                <a:moveTo>
                  <a:pt x="506742" y="153828"/>
                </a:moveTo>
                <a:lnTo>
                  <a:pt x="0" y="158839"/>
                </a:lnTo>
                <a:moveTo>
                  <a:pt x="497642" y="157500"/>
                </a:moveTo>
                <a:lnTo>
                  <a:pt x="661058" y="0"/>
                </a:lnTo>
                <a:moveTo>
                  <a:pt x="655699" y="2380"/>
                </a:moveTo>
                <a:lnTo>
                  <a:pt x="2195082" y="9405"/>
                </a:lnTo>
              </a:path>
            </a:pathLst>
          </a:custGeom>
          <a:noFill/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tailEnd w="sm" len="sm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0399" y="229164"/>
            <a:ext cx="511093" cy="574675"/>
            <a:chOff x="20399" y="229164"/>
            <a:chExt cx="511093" cy="574675"/>
          </a:xfrm>
        </p:grpSpPr>
        <p:sp>
          <p:nvSpPr>
            <p:cNvPr id="9" name="PA-任意多边形 37"/>
            <p:cNvSpPr/>
            <p:nvPr>
              <p:custDataLst>
                <p:tags r:id="rId4"/>
              </p:custDataLst>
            </p:nvPr>
          </p:nvSpPr>
          <p:spPr>
            <a:xfrm rot="1086498">
              <a:off x="94203" y="636455"/>
              <a:ext cx="150511" cy="117159"/>
            </a:xfrm>
            <a:custGeom>
              <a:avLst/>
              <a:gdLst>
                <a:gd name="connsiteX0" fmla="*/ 175348 w 175351"/>
                <a:gd name="connsiteY0" fmla="*/ 134442 h 136495"/>
                <a:gd name="connsiteX1" fmla="*/ -3 w 175351"/>
                <a:gd name="connsiteY1" fmla="*/ 77500 h 136495"/>
                <a:gd name="connsiteX2" fmla="*/ 57862 w 175351"/>
                <a:gd name="connsiteY2" fmla="*/ -2053 h 136495"/>
                <a:gd name="connsiteX3" fmla="*/ 175348 w 175351"/>
                <a:gd name="connsiteY3" fmla="*/ 36075 h 136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351" h="136495">
                  <a:moveTo>
                    <a:pt x="175348" y="134442"/>
                  </a:moveTo>
                  <a:cubicBezTo>
                    <a:pt x="112349" y="134442"/>
                    <a:pt x="50964" y="114492"/>
                    <a:pt x="-3" y="77500"/>
                  </a:cubicBezTo>
                  <a:lnTo>
                    <a:pt x="57862" y="-2053"/>
                  </a:lnTo>
                  <a:cubicBezTo>
                    <a:pt x="92012" y="22719"/>
                    <a:pt x="133138" y="36075"/>
                    <a:pt x="175348" y="3607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10000"/>
                    <a:lumOff val="90000"/>
                  </a:schemeClr>
                </a:gs>
                <a:gs pos="70000">
                  <a:schemeClr val="accent1">
                    <a:lumMod val="24000"/>
                    <a:lumOff val="76000"/>
                  </a:schemeClr>
                </a:gs>
              </a:gsLst>
              <a:lin ang="16200000" scaled="0"/>
              <a:tileRect/>
            </a:gradFill>
            <a:ln>
              <a:noFill/>
            </a:ln>
            <a:effectLst>
              <a:outerShdw blurRad="88900" dist="88900" dir="5400000" algn="t" rotWithShape="0">
                <a:schemeClr val="accent1">
                  <a:lumMod val="40000"/>
                  <a:lumOff val="60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PA-任意多边形 38"/>
            <p:cNvSpPr/>
            <p:nvPr>
              <p:custDataLst>
                <p:tags r:id="rId5"/>
              </p:custDataLst>
            </p:nvPr>
          </p:nvSpPr>
          <p:spPr>
            <a:xfrm rot="1086498">
              <a:off x="20399" y="514985"/>
              <a:ext cx="142690" cy="154000"/>
            </a:xfrm>
            <a:custGeom>
              <a:avLst/>
              <a:gdLst>
                <a:gd name="connsiteX0" fmla="*/ 108371 w 166239"/>
                <a:gd name="connsiteY0" fmla="*/ 177364 h 179416"/>
                <a:gd name="connsiteX1" fmla="*/ -3 w 166239"/>
                <a:gd name="connsiteY1" fmla="*/ 28344 h 179416"/>
                <a:gd name="connsiteX2" fmla="*/ 93626 w 166239"/>
                <a:gd name="connsiteY2" fmla="*/ -2053 h 179416"/>
                <a:gd name="connsiteX3" fmla="*/ 166236 w 166239"/>
                <a:gd name="connsiteY3" fmla="*/ 97783 h 17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239" h="179416">
                  <a:moveTo>
                    <a:pt x="108371" y="177364"/>
                  </a:moveTo>
                  <a:cubicBezTo>
                    <a:pt x="57402" y="140372"/>
                    <a:pt x="19466" y="88196"/>
                    <a:pt x="-3" y="28344"/>
                  </a:cubicBezTo>
                  <a:lnTo>
                    <a:pt x="93626" y="-2053"/>
                  </a:lnTo>
                  <a:cubicBezTo>
                    <a:pt x="106671" y="38070"/>
                    <a:pt x="132086" y="73011"/>
                    <a:pt x="166236" y="9778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10000"/>
                    <a:lumOff val="90000"/>
                  </a:schemeClr>
                </a:gs>
                <a:gs pos="70000">
                  <a:schemeClr val="accent1">
                    <a:lumMod val="24000"/>
                    <a:lumOff val="76000"/>
                  </a:schemeClr>
                </a:gs>
              </a:gsLst>
              <a:lin ang="16200000" scaled="0"/>
              <a:tileRect/>
            </a:gradFill>
            <a:ln>
              <a:noFill/>
            </a:ln>
            <a:effectLst>
              <a:outerShdw blurRad="88900" dist="88900" dir="5400000" algn="t" rotWithShape="0">
                <a:schemeClr val="accent1">
                  <a:lumMod val="40000"/>
                  <a:lumOff val="60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PA-任意多边形 39"/>
            <p:cNvSpPr/>
            <p:nvPr>
              <p:custDataLst>
                <p:tags r:id="rId6"/>
              </p:custDataLst>
            </p:nvPr>
          </p:nvSpPr>
          <p:spPr>
            <a:xfrm rot="1086498">
              <a:off x="50129" y="366709"/>
              <a:ext cx="92898" cy="158115"/>
            </a:xfrm>
            <a:custGeom>
              <a:avLst/>
              <a:gdLst>
                <a:gd name="connsiteX0" fmla="*/ 14598 w 108230"/>
                <a:gd name="connsiteY0" fmla="*/ 182157 h 184210"/>
                <a:gd name="connsiteX1" fmla="*/ 14598 w 108230"/>
                <a:gd name="connsiteY1" fmla="*/ -2053 h 184210"/>
                <a:gd name="connsiteX2" fmla="*/ 108228 w 108230"/>
                <a:gd name="connsiteY2" fmla="*/ 28344 h 184210"/>
                <a:gd name="connsiteX3" fmla="*/ 108228 w 108230"/>
                <a:gd name="connsiteY3" fmla="*/ 151761 h 1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230" h="184210">
                  <a:moveTo>
                    <a:pt x="14598" y="182157"/>
                  </a:moveTo>
                  <a:cubicBezTo>
                    <a:pt x="-4870" y="122278"/>
                    <a:pt x="-4870" y="57827"/>
                    <a:pt x="14598" y="-2053"/>
                  </a:cubicBezTo>
                  <a:lnTo>
                    <a:pt x="108228" y="28344"/>
                  </a:lnTo>
                  <a:cubicBezTo>
                    <a:pt x="95186" y="68467"/>
                    <a:pt x="95186" y="111665"/>
                    <a:pt x="108228" y="15176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3"/>
                </a:gs>
              </a:gsLst>
              <a:lin ang="16200000" scaled="0"/>
              <a:tileRect/>
            </a:gradFill>
            <a:ln>
              <a:noFill/>
            </a:ln>
            <a:effectLst>
              <a:outerShdw blurRad="88900" dist="88900" dir="5400000" algn="t" rotWithShape="0">
                <a:schemeClr val="accent1">
                  <a:lumMod val="40000"/>
                  <a:lumOff val="60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PA-任意多边形 40"/>
            <p:cNvSpPr/>
            <p:nvPr>
              <p:custDataLst>
                <p:tags r:id="rId7"/>
              </p:custDataLst>
            </p:nvPr>
          </p:nvSpPr>
          <p:spPr>
            <a:xfrm rot="1086498">
              <a:off x="107725" y="247942"/>
              <a:ext cx="142690" cy="154000"/>
            </a:xfrm>
            <a:custGeom>
              <a:avLst/>
              <a:gdLst>
                <a:gd name="connsiteX0" fmla="*/ -3 w 166239"/>
                <a:gd name="connsiteY0" fmla="*/ 146967 h 179416"/>
                <a:gd name="connsiteX1" fmla="*/ 108371 w 166239"/>
                <a:gd name="connsiteY1" fmla="*/ -2053 h 179416"/>
                <a:gd name="connsiteX2" fmla="*/ 166236 w 166239"/>
                <a:gd name="connsiteY2" fmla="*/ 77528 h 179416"/>
                <a:gd name="connsiteX3" fmla="*/ 93626 w 166239"/>
                <a:gd name="connsiteY3" fmla="*/ 177364 h 17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239" h="179416">
                  <a:moveTo>
                    <a:pt x="-3" y="146967"/>
                  </a:moveTo>
                  <a:cubicBezTo>
                    <a:pt x="19466" y="87115"/>
                    <a:pt x="57402" y="34938"/>
                    <a:pt x="108371" y="-2053"/>
                  </a:cubicBezTo>
                  <a:lnTo>
                    <a:pt x="166236" y="77528"/>
                  </a:lnTo>
                  <a:cubicBezTo>
                    <a:pt x="132086" y="102299"/>
                    <a:pt x="106668" y="137241"/>
                    <a:pt x="93626" y="17736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3"/>
                </a:gs>
              </a:gsLst>
              <a:lin ang="16200000" scaled="0"/>
              <a:tileRect/>
            </a:gradFill>
            <a:ln>
              <a:noFill/>
            </a:ln>
            <a:effectLst>
              <a:outerShdw blurRad="88900" dist="88900" dir="5400000" algn="t" rotWithShape="0">
                <a:schemeClr val="accent1">
                  <a:lumMod val="40000"/>
                  <a:lumOff val="60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accent3"/>
                </a:solidFill>
              </a:endParaRPr>
            </a:p>
          </p:txBody>
        </p:sp>
        <p:sp>
          <p:nvSpPr>
            <p:cNvPr id="6" name="PA-任意多边形 32"/>
            <p:cNvSpPr/>
            <p:nvPr>
              <p:custDataLst>
                <p:tags r:id="rId8"/>
              </p:custDataLst>
            </p:nvPr>
          </p:nvSpPr>
          <p:spPr>
            <a:xfrm rot="1086498">
              <a:off x="380981" y="279388"/>
              <a:ext cx="150511" cy="117135"/>
            </a:xfrm>
            <a:custGeom>
              <a:avLst/>
              <a:gdLst>
                <a:gd name="connsiteX0" fmla="*/ -3 w 175351"/>
                <a:gd name="connsiteY0" fmla="*/ -2053 h 136467"/>
                <a:gd name="connsiteX1" fmla="*/ 175348 w 175351"/>
                <a:gd name="connsiteY1" fmla="*/ 54862 h 136467"/>
                <a:gd name="connsiteX2" fmla="*/ 117480 w 175351"/>
                <a:gd name="connsiteY2" fmla="*/ 134415 h 136467"/>
                <a:gd name="connsiteX3" fmla="*/ -3 w 175351"/>
                <a:gd name="connsiteY3" fmla="*/ 96287 h 136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351" h="136467">
                  <a:moveTo>
                    <a:pt x="-3" y="-2053"/>
                  </a:moveTo>
                  <a:cubicBezTo>
                    <a:pt x="62996" y="-2053"/>
                    <a:pt x="124378" y="17870"/>
                    <a:pt x="175348" y="54862"/>
                  </a:cubicBezTo>
                  <a:lnTo>
                    <a:pt x="117480" y="134415"/>
                  </a:lnTo>
                  <a:cubicBezTo>
                    <a:pt x="83333" y="109643"/>
                    <a:pt x="42207" y="96287"/>
                    <a:pt x="-3" y="96287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/>
                </a:gs>
                <a:gs pos="89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  <a:tileRect/>
            </a:gradFill>
            <a:ln>
              <a:noFill/>
            </a:ln>
            <a:effectLst>
              <a:outerShdw blurRad="88900" dist="88900" dir="5400000" algn="t" rotWithShape="0">
                <a:schemeClr val="accent1">
                  <a:lumMod val="40000"/>
                  <a:lumOff val="60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accent3"/>
                </a:solidFill>
              </a:endParaRPr>
            </a:p>
          </p:txBody>
        </p:sp>
        <p:sp>
          <p:nvSpPr>
            <p:cNvPr id="7" name="PA-任意多边形 35"/>
            <p:cNvSpPr/>
            <p:nvPr>
              <p:custDataLst>
                <p:tags r:id="rId9"/>
              </p:custDataLst>
            </p:nvPr>
          </p:nvSpPr>
          <p:spPr>
            <a:xfrm rot="1086498">
              <a:off x="375283" y="631037"/>
              <a:ext cx="142690" cy="154000"/>
            </a:xfrm>
            <a:custGeom>
              <a:avLst/>
              <a:gdLst>
                <a:gd name="connsiteX0" fmla="*/ 166236 w 166239"/>
                <a:gd name="connsiteY0" fmla="*/ 28344 h 179416"/>
                <a:gd name="connsiteX1" fmla="*/ 57862 w 166239"/>
                <a:gd name="connsiteY1" fmla="*/ 177364 h 179416"/>
                <a:gd name="connsiteX2" fmla="*/ -3 w 166239"/>
                <a:gd name="connsiteY2" fmla="*/ 97783 h 179416"/>
                <a:gd name="connsiteX3" fmla="*/ 72607 w 166239"/>
                <a:gd name="connsiteY3" fmla="*/ -2053 h 17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239" h="179416">
                  <a:moveTo>
                    <a:pt x="166236" y="28344"/>
                  </a:moveTo>
                  <a:cubicBezTo>
                    <a:pt x="146768" y="88196"/>
                    <a:pt x="108832" y="140372"/>
                    <a:pt x="57862" y="177364"/>
                  </a:cubicBezTo>
                  <a:lnTo>
                    <a:pt x="-3" y="97783"/>
                  </a:lnTo>
                  <a:cubicBezTo>
                    <a:pt x="34144" y="73011"/>
                    <a:pt x="59562" y="38070"/>
                    <a:pt x="72607" y="-205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10000"/>
                    <a:lumOff val="90000"/>
                  </a:schemeClr>
                </a:gs>
                <a:gs pos="70000">
                  <a:schemeClr val="accent1">
                    <a:lumMod val="24000"/>
                    <a:lumOff val="76000"/>
                  </a:schemeClr>
                </a:gs>
              </a:gsLst>
              <a:lin ang="16200000" scaled="0"/>
              <a:tileRect/>
            </a:gradFill>
            <a:ln>
              <a:noFill/>
            </a:ln>
            <a:effectLst>
              <a:outerShdw blurRad="88900" dist="88900" dir="5400000" algn="t" rotWithShape="0">
                <a:schemeClr val="accent1">
                  <a:lumMod val="40000"/>
                  <a:lumOff val="60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PA-任意多边形 36"/>
            <p:cNvSpPr/>
            <p:nvPr>
              <p:custDataLst>
                <p:tags r:id="rId10"/>
              </p:custDataLst>
            </p:nvPr>
          </p:nvSpPr>
          <p:spPr>
            <a:xfrm rot="1086498">
              <a:off x="247789" y="686680"/>
              <a:ext cx="150511" cy="117159"/>
            </a:xfrm>
            <a:custGeom>
              <a:avLst/>
              <a:gdLst>
                <a:gd name="connsiteX0" fmla="*/ 175348 w 175351"/>
                <a:gd name="connsiteY0" fmla="*/ 77500 h 136495"/>
                <a:gd name="connsiteX1" fmla="*/ -3 w 175351"/>
                <a:gd name="connsiteY1" fmla="*/ 134442 h 136495"/>
                <a:gd name="connsiteX2" fmla="*/ -3 w 175351"/>
                <a:gd name="connsiteY2" fmla="*/ 36075 h 136495"/>
                <a:gd name="connsiteX3" fmla="*/ 117480 w 175351"/>
                <a:gd name="connsiteY3" fmla="*/ -2053 h 136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351" h="136495">
                  <a:moveTo>
                    <a:pt x="175348" y="77500"/>
                  </a:moveTo>
                  <a:cubicBezTo>
                    <a:pt x="124378" y="114492"/>
                    <a:pt x="62996" y="134442"/>
                    <a:pt x="-3" y="134442"/>
                  </a:cubicBezTo>
                  <a:lnTo>
                    <a:pt x="-3" y="36075"/>
                  </a:lnTo>
                  <a:cubicBezTo>
                    <a:pt x="42207" y="36075"/>
                    <a:pt x="83333" y="22719"/>
                    <a:pt x="117480" y="-205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10000"/>
                    <a:lumOff val="90000"/>
                  </a:schemeClr>
                </a:gs>
                <a:gs pos="70000">
                  <a:schemeClr val="accent1">
                    <a:lumMod val="24000"/>
                    <a:lumOff val="76000"/>
                  </a:schemeClr>
                </a:gs>
              </a:gsLst>
              <a:lin ang="16200000" scaled="0"/>
              <a:tileRect/>
            </a:gradFill>
            <a:ln>
              <a:noFill/>
            </a:ln>
            <a:effectLst>
              <a:outerShdw blurRad="88900" dist="88900" dir="5400000" algn="t" rotWithShape="0">
                <a:schemeClr val="accent1">
                  <a:lumMod val="40000"/>
                  <a:lumOff val="60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PA-任意多边形 42"/>
            <p:cNvSpPr/>
            <p:nvPr>
              <p:custDataLst>
                <p:tags r:id="rId11"/>
              </p:custDataLst>
            </p:nvPr>
          </p:nvSpPr>
          <p:spPr>
            <a:xfrm rot="1086498">
              <a:off x="227395" y="229164"/>
              <a:ext cx="150511" cy="117135"/>
            </a:xfrm>
            <a:custGeom>
              <a:avLst/>
              <a:gdLst>
                <a:gd name="connsiteX0" fmla="*/ -3 w 175351"/>
                <a:gd name="connsiteY0" fmla="*/ 54862 h 136467"/>
                <a:gd name="connsiteX1" fmla="*/ 175348 w 175351"/>
                <a:gd name="connsiteY1" fmla="*/ -2053 h 136467"/>
                <a:gd name="connsiteX2" fmla="*/ 175348 w 175351"/>
                <a:gd name="connsiteY2" fmla="*/ 96287 h 136467"/>
                <a:gd name="connsiteX3" fmla="*/ 57862 w 175351"/>
                <a:gd name="connsiteY3" fmla="*/ 134415 h 136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351" h="136467">
                  <a:moveTo>
                    <a:pt x="-3" y="54862"/>
                  </a:moveTo>
                  <a:cubicBezTo>
                    <a:pt x="50967" y="17870"/>
                    <a:pt x="112349" y="-2053"/>
                    <a:pt x="175348" y="-2053"/>
                  </a:cubicBezTo>
                  <a:lnTo>
                    <a:pt x="175348" y="96287"/>
                  </a:lnTo>
                  <a:cubicBezTo>
                    <a:pt x="133138" y="96287"/>
                    <a:pt x="92012" y="109643"/>
                    <a:pt x="57862" y="13441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/>
                </a:gs>
                <a:gs pos="89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  <a:tileRect/>
            </a:gradFill>
            <a:ln>
              <a:noFill/>
            </a:ln>
            <a:effectLst>
              <a:outerShdw blurRad="88900" dist="88900" dir="5400000" algn="t" rotWithShape="0">
                <a:schemeClr val="accent1">
                  <a:lumMod val="40000"/>
                  <a:lumOff val="60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2" name="组合 1"/>
          <p:cNvGrpSpPr/>
          <p:nvPr userDrawn="1"/>
        </p:nvGrpSpPr>
        <p:grpSpPr>
          <a:xfrm>
            <a:off x="617067" y="724625"/>
            <a:ext cx="2370202" cy="110128"/>
            <a:chOff x="617067" y="884251"/>
            <a:chExt cx="2370202" cy="110128"/>
          </a:xfrm>
          <a:gradFill>
            <a:gsLst>
              <a:gs pos="0">
                <a:schemeClr val="accent2"/>
              </a:gs>
              <a:gs pos="48860">
                <a:schemeClr val="accent3"/>
              </a:gs>
              <a:gs pos="86000">
                <a:schemeClr val="accent1"/>
              </a:gs>
            </a:gsLst>
            <a:lin ang="10800000" scaled="1"/>
          </a:gradFill>
        </p:grpSpPr>
        <p:sp>
          <p:nvSpPr>
            <p:cNvPr id="14" name="PA-任意多边形 84"/>
            <p:cNvSpPr/>
            <p:nvPr>
              <p:custDataLst>
                <p:tags r:id="rId12"/>
              </p:custDataLst>
            </p:nvPr>
          </p:nvSpPr>
          <p:spPr>
            <a:xfrm>
              <a:off x="617067" y="884251"/>
              <a:ext cx="233418" cy="110128"/>
            </a:xfrm>
            <a:custGeom>
              <a:avLst/>
              <a:gdLst>
                <a:gd name="connsiteX0" fmla="*/ 3785 w 233418"/>
                <a:gd name="connsiteY0" fmla="*/ 88403 h 110128"/>
                <a:gd name="connsiteX1" fmla="*/ 89368 w 233418"/>
                <a:gd name="connsiteY1" fmla="*/ 3675 h 110128"/>
                <a:gd name="connsiteX2" fmla="*/ 98303 w 233418"/>
                <a:gd name="connsiteY2" fmla="*/ 0 h 110128"/>
                <a:gd name="connsiteX3" fmla="*/ 220699 w 233418"/>
                <a:gd name="connsiteY3" fmla="*/ 0 h 110128"/>
                <a:gd name="connsiteX4" fmla="*/ 229634 w 233418"/>
                <a:gd name="connsiteY4" fmla="*/ 21726 h 110128"/>
                <a:gd name="connsiteX5" fmla="*/ 144051 w 233418"/>
                <a:gd name="connsiteY5" fmla="*/ 106453 h 110128"/>
                <a:gd name="connsiteX6" fmla="*/ 135116 w 233418"/>
                <a:gd name="connsiteY6" fmla="*/ 110128 h 110128"/>
                <a:gd name="connsiteX7" fmla="*/ 12720 w 233418"/>
                <a:gd name="connsiteY7" fmla="*/ 110128 h 110128"/>
                <a:gd name="connsiteX8" fmla="*/ 3785 w 233418"/>
                <a:gd name="connsiteY8" fmla="*/ 88403 h 1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418" h="110128">
                  <a:moveTo>
                    <a:pt x="3785" y="88403"/>
                  </a:moveTo>
                  <a:lnTo>
                    <a:pt x="89368" y="3675"/>
                  </a:lnTo>
                  <a:cubicBezTo>
                    <a:pt x="91744" y="1323"/>
                    <a:pt x="94960" y="0"/>
                    <a:pt x="98303" y="0"/>
                  </a:cubicBezTo>
                  <a:lnTo>
                    <a:pt x="220699" y="0"/>
                  </a:lnTo>
                  <a:cubicBezTo>
                    <a:pt x="232032" y="0"/>
                    <a:pt x="237688" y="13752"/>
                    <a:pt x="229634" y="21726"/>
                  </a:cubicBezTo>
                  <a:lnTo>
                    <a:pt x="144051" y="106453"/>
                  </a:lnTo>
                  <a:cubicBezTo>
                    <a:pt x="141672" y="108809"/>
                    <a:pt x="138464" y="110128"/>
                    <a:pt x="135116" y="110128"/>
                  </a:cubicBezTo>
                  <a:lnTo>
                    <a:pt x="12720" y="110128"/>
                  </a:lnTo>
                  <a:cubicBezTo>
                    <a:pt x="1387" y="110128"/>
                    <a:pt x="-4269" y="96376"/>
                    <a:pt x="3785" y="88403"/>
                  </a:cubicBezTo>
                </a:path>
              </a:pathLst>
            </a:custGeom>
            <a:grpFill/>
            <a:ln>
              <a:noFill/>
            </a:ln>
            <a:effectLst>
              <a:outerShdw blurRad="50800" dist="50800" dir="5400000" algn="ctr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5" name="PA-任意多边形 85"/>
            <p:cNvSpPr/>
            <p:nvPr>
              <p:custDataLst>
                <p:tags r:id="rId13"/>
              </p:custDataLst>
            </p:nvPr>
          </p:nvSpPr>
          <p:spPr>
            <a:xfrm>
              <a:off x="854487" y="884251"/>
              <a:ext cx="233418" cy="110128"/>
            </a:xfrm>
            <a:custGeom>
              <a:avLst/>
              <a:gdLst>
                <a:gd name="connsiteX0" fmla="*/ 3785 w 233418"/>
                <a:gd name="connsiteY0" fmla="*/ 88403 h 110128"/>
                <a:gd name="connsiteX1" fmla="*/ 89368 w 233418"/>
                <a:gd name="connsiteY1" fmla="*/ 3675 h 110128"/>
                <a:gd name="connsiteX2" fmla="*/ 98303 w 233418"/>
                <a:gd name="connsiteY2" fmla="*/ 0 h 110128"/>
                <a:gd name="connsiteX3" fmla="*/ 220699 w 233418"/>
                <a:gd name="connsiteY3" fmla="*/ 0 h 110128"/>
                <a:gd name="connsiteX4" fmla="*/ 229634 w 233418"/>
                <a:gd name="connsiteY4" fmla="*/ 21726 h 110128"/>
                <a:gd name="connsiteX5" fmla="*/ 144051 w 233418"/>
                <a:gd name="connsiteY5" fmla="*/ 106453 h 110128"/>
                <a:gd name="connsiteX6" fmla="*/ 135116 w 233418"/>
                <a:gd name="connsiteY6" fmla="*/ 110128 h 110128"/>
                <a:gd name="connsiteX7" fmla="*/ 12720 w 233418"/>
                <a:gd name="connsiteY7" fmla="*/ 110128 h 110128"/>
                <a:gd name="connsiteX8" fmla="*/ 3785 w 233418"/>
                <a:gd name="connsiteY8" fmla="*/ 88403 h 1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418" h="110128">
                  <a:moveTo>
                    <a:pt x="3785" y="88403"/>
                  </a:moveTo>
                  <a:lnTo>
                    <a:pt x="89368" y="3675"/>
                  </a:lnTo>
                  <a:cubicBezTo>
                    <a:pt x="91744" y="1323"/>
                    <a:pt x="94960" y="0"/>
                    <a:pt x="98303" y="0"/>
                  </a:cubicBezTo>
                  <a:lnTo>
                    <a:pt x="220699" y="0"/>
                  </a:lnTo>
                  <a:cubicBezTo>
                    <a:pt x="232032" y="0"/>
                    <a:pt x="237688" y="13752"/>
                    <a:pt x="229634" y="21726"/>
                  </a:cubicBezTo>
                  <a:lnTo>
                    <a:pt x="144051" y="106453"/>
                  </a:lnTo>
                  <a:cubicBezTo>
                    <a:pt x="141672" y="108809"/>
                    <a:pt x="138464" y="110128"/>
                    <a:pt x="135116" y="110128"/>
                  </a:cubicBezTo>
                  <a:lnTo>
                    <a:pt x="12720" y="110128"/>
                  </a:lnTo>
                  <a:cubicBezTo>
                    <a:pt x="1387" y="110128"/>
                    <a:pt x="-4269" y="96376"/>
                    <a:pt x="3785" y="88403"/>
                  </a:cubicBezTo>
                </a:path>
              </a:pathLst>
            </a:custGeom>
            <a:grpFill/>
            <a:ln>
              <a:noFill/>
            </a:ln>
            <a:effectLst>
              <a:outerShdw blurRad="50800" dist="50800" dir="5400000" algn="ctr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6" name="PA-任意多边形 86"/>
            <p:cNvSpPr/>
            <p:nvPr>
              <p:custDataLst>
                <p:tags r:id="rId14"/>
              </p:custDataLst>
            </p:nvPr>
          </p:nvSpPr>
          <p:spPr>
            <a:xfrm>
              <a:off x="1091907" y="884251"/>
              <a:ext cx="233418" cy="110128"/>
            </a:xfrm>
            <a:custGeom>
              <a:avLst/>
              <a:gdLst>
                <a:gd name="connsiteX0" fmla="*/ 3785 w 233418"/>
                <a:gd name="connsiteY0" fmla="*/ 88403 h 110128"/>
                <a:gd name="connsiteX1" fmla="*/ 89368 w 233418"/>
                <a:gd name="connsiteY1" fmla="*/ 3675 h 110128"/>
                <a:gd name="connsiteX2" fmla="*/ 98303 w 233418"/>
                <a:gd name="connsiteY2" fmla="*/ 0 h 110128"/>
                <a:gd name="connsiteX3" fmla="*/ 220699 w 233418"/>
                <a:gd name="connsiteY3" fmla="*/ 0 h 110128"/>
                <a:gd name="connsiteX4" fmla="*/ 229634 w 233418"/>
                <a:gd name="connsiteY4" fmla="*/ 21726 h 110128"/>
                <a:gd name="connsiteX5" fmla="*/ 144051 w 233418"/>
                <a:gd name="connsiteY5" fmla="*/ 106453 h 110128"/>
                <a:gd name="connsiteX6" fmla="*/ 135116 w 233418"/>
                <a:gd name="connsiteY6" fmla="*/ 110128 h 110128"/>
                <a:gd name="connsiteX7" fmla="*/ 12720 w 233418"/>
                <a:gd name="connsiteY7" fmla="*/ 110128 h 110128"/>
                <a:gd name="connsiteX8" fmla="*/ 3785 w 233418"/>
                <a:gd name="connsiteY8" fmla="*/ 88403 h 1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418" h="110128">
                  <a:moveTo>
                    <a:pt x="3785" y="88403"/>
                  </a:moveTo>
                  <a:lnTo>
                    <a:pt x="89368" y="3675"/>
                  </a:lnTo>
                  <a:cubicBezTo>
                    <a:pt x="91744" y="1323"/>
                    <a:pt x="94960" y="0"/>
                    <a:pt x="98303" y="0"/>
                  </a:cubicBezTo>
                  <a:lnTo>
                    <a:pt x="220699" y="0"/>
                  </a:lnTo>
                  <a:cubicBezTo>
                    <a:pt x="232032" y="0"/>
                    <a:pt x="237688" y="13752"/>
                    <a:pt x="229634" y="21726"/>
                  </a:cubicBezTo>
                  <a:lnTo>
                    <a:pt x="144051" y="106453"/>
                  </a:lnTo>
                  <a:cubicBezTo>
                    <a:pt x="141672" y="108809"/>
                    <a:pt x="138464" y="110128"/>
                    <a:pt x="135116" y="110128"/>
                  </a:cubicBezTo>
                  <a:lnTo>
                    <a:pt x="12720" y="110128"/>
                  </a:lnTo>
                  <a:cubicBezTo>
                    <a:pt x="1387" y="110128"/>
                    <a:pt x="-4269" y="96376"/>
                    <a:pt x="3785" y="88403"/>
                  </a:cubicBezTo>
                </a:path>
              </a:pathLst>
            </a:custGeom>
            <a:grpFill/>
            <a:ln>
              <a:noFill/>
            </a:ln>
            <a:effectLst>
              <a:outerShdw blurRad="50800" dist="50800" dir="5400000" algn="ctr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7" name="PA-任意多边形 87"/>
            <p:cNvSpPr/>
            <p:nvPr>
              <p:custDataLst>
                <p:tags r:id="rId15"/>
              </p:custDataLst>
            </p:nvPr>
          </p:nvSpPr>
          <p:spPr>
            <a:xfrm>
              <a:off x="1329327" y="884251"/>
              <a:ext cx="233418" cy="110128"/>
            </a:xfrm>
            <a:custGeom>
              <a:avLst/>
              <a:gdLst>
                <a:gd name="connsiteX0" fmla="*/ 3785 w 233418"/>
                <a:gd name="connsiteY0" fmla="*/ 88403 h 110128"/>
                <a:gd name="connsiteX1" fmla="*/ 89368 w 233418"/>
                <a:gd name="connsiteY1" fmla="*/ 3675 h 110128"/>
                <a:gd name="connsiteX2" fmla="*/ 98303 w 233418"/>
                <a:gd name="connsiteY2" fmla="*/ 0 h 110128"/>
                <a:gd name="connsiteX3" fmla="*/ 220699 w 233418"/>
                <a:gd name="connsiteY3" fmla="*/ 0 h 110128"/>
                <a:gd name="connsiteX4" fmla="*/ 229634 w 233418"/>
                <a:gd name="connsiteY4" fmla="*/ 21726 h 110128"/>
                <a:gd name="connsiteX5" fmla="*/ 144051 w 233418"/>
                <a:gd name="connsiteY5" fmla="*/ 106453 h 110128"/>
                <a:gd name="connsiteX6" fmla="*/ 135116 w 233418"/>
                <a:gd name="connsiteY6" fmla="*/ 110128 h 110128"/>
                <a:gd name="connsiteX7" fmla="*/ 12720 w 233418"/>
                <a:gd name="connsiteY7" fmla="*/ 110128 h 110128"/>
                <a:gd name="connsiteX8" fmla="*/ 3785 w 233418"/>
                <a:gd name="connsiteY8" fmla="*/ 88403 h 1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418" h="110128">
                  <a:moveTo>
                    <a:pt x="3785" y="88403"/>
                  </a:moveTo>
                  <a:lnTo>
                    <a:pt x="89368" y="3675"/>
                  </a:lnTo>
                  <a:cubicBezTo>
                    <a:pt x="91744" y="1323"/>
                    <a:pt x="94960" y="0"/>
                    <a:pt x="98303" y="0"/>
                  </a:cubicBezTo>
                  <a:lnTo>
                    <a:pt x="220699" y="0"/>
                  </a:lnTo>
                  <a:cubicBezTo>
                    <a:pt x="232032" y="0"/>
                    <a:pt x="237688" y="13752"/>
                    <a:pt x="229634" y="21726"/>
                  </a:cubicBezTo>
                  <a:lnTo>
                    <a:pt x="144051" y="106453"/>
                  </a:lnTo>
                  <a:cubicBezTo>
                    <a:pt x="141672" y="108809"/>
                    <a:pt x="138464" y="110128"/>
                    <a:pt x="135116" y="110128"/>
                  </a:cubicBezTo>
                  <a:lnTo>
                    <a:pt x="12720" y="110128"/>
                  </a:lnTo>
                  <a:cubicBezTo>
                    <a:pt x="1387" y="110128"/>
                    <a:pt x="-4269" y="96376"/>
                    <a:pt x="3785" y="88403"/>
                  </a:cubicBezTo>
                </a:path>
              </a:pathLst>
            </a:custGeom>
            <a:grpFill/>
            <a:ln>
              <a:noFill/>
            </a:ln>
            <a:effectLst>
              <a:outerShdw blurRad="50800" dist="50800" dir="5400000" algn="ctr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8" name="PA-任意多边形 88"/>
            <p:cNvSpPr/>
            <p:nvPr>
              <p:custDataLst>
                <p:tags r:id="rId16"/>
              </p:custDataLst>
            </p:nvPr>
          </p:nvSpPr>
          <p:spPr>
            <a:xfrm>
              <a:off x="1566747" y="884251"/>
              <a:ext cx="233418" cy="110128"/>
            </a:xfrm>
            <a:custGeom>
              <a:avLst/>
              <a:gdLst>
                <a:gd name="connsiteX0" fmla="*/ 3785 w 233418"/>
                <a:gd name="connsiteY0" fmla="*/ 88403 h 110128"/>
                <a:gd name="connsiteX1" fmla="*/ 89368 w 233418"/>
                <a:gd name="connsiteY1" fmla="*/ 3675 h 110128"/>
                <a:gd name="connsiteX2" fmla="*/ 98303 w 233418"/>
                <a:gd name="connsiteY2" fmla="*/ 0 h 110128"/>
                <a:gd name="connsiteX3" fmla="*/ 220699 w 233418"/>
                <a:gd name="connsiteY3" fmla="*/ 0 h 110128"/>
                <a:gd name="connsiteX4" fmla="*/ 229634 w 233418"/>
                <a:gd name="connsiteY4" fmla="*/ 21726 h 110128"/>
                <a:gd name="connsiteX5" fmla="*/ 144051 w 233418"/>
                <a:gd name="connsiteY5" fmla="*/ 106453 h 110128"/>
                <a:gd name="connsiteX6" fmla="*/ 135116 w 233418"/>
                <a:gd name="connsiteY6" fmla="*/ 110128 h 110128"/>
                <a:gd name="connsiteX7" fmla="*/ 12720 w 233418"/>
                <a:gd name="connsiteY7" fmla="*/ 110128 h 110128"/>
                <a:gd name="connsiteX8" fmla="*/ 3785 w 233418"/>
                <a:gd name="connsiteY8" fmla="*/ 88403 h 1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418" h="110128">
                  <a:moveTo>
                    <a:pt x="3785" y="88403"/>
                  </a:moveTo>
                  <a:lnTo>
                    <a:pt x="89368" y="3675"/>
                  </a:lnTo>
                  <a:cubicBezTo>
                    <a:pt x="91744" y="1323"/>
                    <a:pt x="94960" y="0"/>
                    <a:pt x="98303" y="0"/>
                  </a:cubicBezTo>
                  <a:lnTo>
                    <a:pt x="220699" y="0"/>
                  </a:lnTo>
                  <a:cubicBezTo>
                    <a:pt x="232032" y="0"/>
                    <a:pt x="237688" y="13752"/>
                    <a:pt x="229634" y="21726"/>
                  </a:cubicBezTo>
                  <a:lnTo>
                    <a:pt x="144051" y="106453"/>
                  </a:lnTo>
                  <a:cubicBezTo>
                    <a:pt x="141672" y="108809"/>
                    <a:pt x="138464" y="110128"/>
                    <a:pt x="135116" y="110128"/>
                  </a:cubicBezTo>
                  <a:lnTo>
                    <a:pt x="12720" y="110128"/>
                  </a:lnTo>
                  <a:cubicBezTo>
                    <a:pt x="1387" y="110128"/>
                    <a:pt x="-4269" y="96376"/>
                    <a:pt x="3785" y="88403"/>
                  </a:cubicBezTo>
                </a:path>
              </a:pathLst>
            </a:custGeom>
            <a:grpFill/>
            <a:ln>
              <a:noFill/>
            </a:ln>
            <a:effectLst>
              <a:outerShdw blurRad="50800" dist="50800" dir="5400000" algn="ctr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2" name="PA-任意多边形 89"/>
            <p:cNvSpPr/>
            <p:nvPr>
              <p:custDataLst>
                <p:tags r:id="rId17"/>
              </p:custDataLst>
            </p:nvPr>
          </p:nvSpPr>
          <p:spPr>
            <a:xfrm>
              <a:off x="1804167" y="884251"/>
              <a:ext cx="233418" cy="110128"/>
            </a:xfrm>
            <a:custGeom>
              <a:avLst/>
              <a:gdLst>
                <a:gd name="connsiteX0" fmla="*/ 3785 w 233418"/>
                <a:gd name="connsiteY0" fmla="*/ 88403 h 110128"/>
                <a:gd name="connsiteX1" fmla="*/ 89368 w 233418"/>
                <a:gd name="connsiteY1" fmla="*/ 3675 h 110128"/>
                <a:gd name="connsiteX2" fmla="*/ 98303 w 233418"/>
                <a:gd name="connsiteY2" fmla="*/ 0 h 110128"/>
                <a:gd name="connsiteX3" fmla="*/ 220699 w 233418"/>
                <a:gd name="connsiteY3" fmla="*/ 0 h 110128"/>
                <a:gd name="connsiteX4" fmla="*/ 229634 w 233418"/>
                <a:gd name="connsiteY4" fmla="*/ 21726 h 110128"/>
                <a:gd name="connsiteX5" fmla="*/ 144051 w 233418"/>
                <a:gd name="connsiteY5" fmla="*/ 106453 h 110128"/>
                <a:gd name="connsiteX6" fmla="*/ 135116 w 233418"/>
                <a:gd name="connsiteY6" fmla="*/ 110128 h 110128"/>
                <a:gd name="connsiteX7" fmla="*/ 12720 w 233418"/>
                <a:gd name="connsiteY7" fmla="*/ 110128 h 110128"/>
                <a:gd name="connsiteX8" fmla="*/ 3785 w 233418"/>
                <a:gd name="connsiteY8" fmla="*/ 88403 h 1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418" h="110128">
                  <a:moveTo>
                    <a:pt x="3785" y="88403"/>
                  </a:moveTo>
                  <a:lnTo>
                    <a:pt x="89368" y="3675"/>
                  </a:lnTo>
                  <a:cubicBezTo>
                    <a:pt x="91744" y="1323"/>
                    <a:pt x="94960" y="0"/>
                    <a:pt x="98303" y="0"/>
                  </a:cubicBezTo>
                  <a:lnTo>
                    <a:pt x="220699" y="0"/>
                  </a:lnTo>
                  <a:cubicBezTo>
                    <a:pt x="232032" y="0"/>
                    <a:pt x="237688" y="13752"/>
                    <a:pt x="229634" y="21726"/>
                  </a:cubicBezTo>
                  <a:lnTo>
                    <a:pt x="144051" y="106453"/>
                  </a:lnTo>
                  <a:cubicBezTo>
                    <a:pt x="141672" y="108809"/>
                    <a:pt x="138464" y="110128"/>
                    <a:pt x="135116" y="110128"/>
                  </a:cubicBezTo>
                  <a:lnTo>
                    <a:pt x="12720" y="110128"/>
                  </a:lnTo>
                  <a:cubicBezTo>
                    <a:pt x="1387" y="110128"/>
                    <a:pt x="-4269" y="96376"/>
                    <a:pt x="3785" y="88403"/>
                  </a:cubicBezTo>
                </a:path>
              </a:pathLst>
            </a:custGeom>
            <a:grpFill/>
            <a:ln>
              <a:noFill/>
            </a:ln>
            <a:effectLst>
              <a:outerShdw blurRad="50800" dist="50800" dir="5400000" algn="ctr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3" name="PA-任意多边形 90"/>
            <p:cNvSpPr/>
            <p:nvPr>
              <p:custDataLst>
                <p:tags r:id="rId18"/>
              </p:custDataLst>
            </p:nvPr>
          </p:nvSpPr>
          <p:spPr>
            <a:xfrm>
              <a:off x="2041587" y="884251"/>
              <a:ext cx="233418" cy="110128"/>
            </a:xfrm>
            <a:custGeom>
              <a:avLst/>
              <a:gdLst>
                <a:gd name="connsiteX0" fmla="*/ 3785 w 233418"/>
                <a:gd name="connsiteY0" fmla="*/ 88403 h 110128"/>
                <a:gd name="connsiteX1" fmla="*/ 89368 w 233418"/>
                <a:gd name="connsiteY1" fmla="*/ 3675 h 110128"/>
                <a:gd name="connsiteX2" fmla="*/ 98303 w 233418"/>
                <a:gd name="connsiteY2" fmla="*/ 0 h 110128"/>
                <a:gd name="connsiteX3" fmla="*/ 220699 w 233418"/>
                <a:gd name="connsiteY3" fmla="*/ 0 h 110128"/>
                <a:gd name="connsiteX4" fmla="*/ 229634 w 233418"/>
                <a:gd name="connsiteY4" fmla="*/ 21726 h 110128"/>
                <a:gd name="connsiteX5" fmla="*/ 144051 w 233418"/>
                <a:gd name="connsiteY5" fmla="*/ 106453 h 110128"/>
                <a:gd name="connsiteX6" fmla="*/ 135116 w 233418"/>
                <a:gd name="connsiteY6" fmla="*/ 110128 h 110128"/>
                <a:gd name="connsiteX7" fmla="*/ 12720 w 233418"/>
                <a:gd name="connsiteY7" fmla="*/ 110128 h 110128"/>
                <a:gd name="connsiteX8" fmla="*/ 3785 w 233418"/>
                <a:gd name="connsiteY8" fmla="*/ 88403 h 1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418" h="110128">
                  <a:moveTo>
                    <a:pt x="3785" y="88403"/>
                  </a:moveTo>
                  <a:lnTo>
                    <a:pt x="89368" y="3675"/>
                  </a:lnTo>
                  <a:cubicBezTo>
                    <a:pt x="91744" y="1323"/>
                    <a:pt x="94960" y="0"/>
                    <a:pt x="98303" y="0"/>
                  </a:cubicBezTo>
                  <a:lnTo>
                    <a:pt x="220699" y="0"/>
                  </a:lnTo>
                  <a:cubicBezTo>
                    <a:pt x="232032" y="0"/>
                    <a:pt x="237688" y="13752"/>
                    <a:pt x="229634" y="21726"/>
                  </a:cubicBezTo>
                  <a:lnTo>
                    <a:pt x="144051" y="106453"/>
                  </a:lnTo>
                  <a:cubicBezTo>
                    <a:pt x="141672" y="108809"/>
                    <a:pt x="138464" y="110128"/>
                    <a:pt x="135116" y="110128"/>
                  </a:cubicBezTo>
                  <a:lnTo>
                    <a:pt x="12720" y="110128"/>
                  </a:lnTo>
                  <a:cubicBezTo>
                    <a:pt x="1387" y="110128"/>
                    <a:pt x="-4269" y="96376"/>
                    <a:pt x="3785" y="88403"/>
                  </a:cubicBezTo>
                </a:path>
              </a:pathLst>
            </a:custGeom>
            <a:grpFill/>
            <a:ln>
              <a:noFill/>
            </a:ln>
            <a:effectLst>
              <a:outerShdw blurRad="50800" dist="50800" dir="5400000" algn="ctr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4" name="PA-任意多边形 91"/>
            <p:cNvSpPr/>
            <p:nvPr>
              <p:custDataLst>
                <p:tags r:id="rId19"/>
              </p:custDataLst>
            </p:nvPr>
          </p:nvSpPr>
          <p:spPr>
            <a:xfrm>
              <a:off x="2279007" y="884251"/>
              <a:ext cx="233418" cy="110128"/>
            </a:xfrm>
            <a:custGeom>
              <a:avLst/>
              <a:gdLst>
                <a:gd name="connsiteX0" fmla="*/ 3785 w 233418"/>
                <a:gd name="connsiteY0" fmla="*/ 88403 h 110128"/>
                <a:gd name="connsiteX1" fmla="*/ 89368 w 233418"/>
                <a:gd name="connsiteY1" fmla="*/ 3675 h 110128"/>
                <a:gd name="connsiteX2" fmla="*/ 98303 w 233418"/>
                <a:gd name="connsiteY2" fmla="*/ 0 h 110128"/>
                <a:gd name="connsiteX3" fmla="*/ 220699 w 233418"/>
                <a:gd name="connsiteY3" fmla="*/ 0 h 110128"/>
                <a:gd name="connsiteX4" fmla="*/ 229634 w 233418"/>
                <a:gd name="connsiteY4" fmla="*/ 21726 h 110128"/>
                <a:gd name="connsiteX5" fmla="*/ 144051 w 233418"/>
                <a:gd name="connsiteY5" fmla="*/ 106453 h 110128"/>
                <a:gd name="connsiteX6" fmla="*/ 135116 w 233418"/>
                <a:gd name="connsiteY6" fmla="*/ 110128 h 110128"/>
                <a:gd name="connsiteX7" fmla="*/ 12720 w 233418"/>
                <a:gd name="connsiteY7" fmla="*/ 110128 h 110128"/>
                <a:gd name="connsiteX8" fmla="*/ 3785 w 233418"/>
                <a:gd name="connsiteY8" fmla="*/ 88403 h 1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418" h="110128">
                  <a:moveTo>
                    <a:pt x="3785" y="88403"/>
                  </a:moveTo>
                  <a:lnTo>
                    <a:pt x="89368" y="3675"/>
                  </a:lnTo>
                  <a:cubicBezTo>
                    <a:pt x="91744" y="1323"/>
                    <a:pt x="94960" y="0"/>
                    <a:pt x="98303" y="0"/>
                  </a:cubicBezTo>
                  <a:lnTo>
                    <a:pt x="220699" y="0"/>
                  </a:lnTo>
                  <a:cubicBezTo>
                    <a:pt x="232032" y="0"/>
                    <a:pt x="237688" y="13752"/>
                    <a:pt x="229634" y="21726"/>
                  </a:cubicBezTo>
                  <a:lnTo>
                    <a:pt x="144051" y="106453"/>
                  </a:lnTo>
                  <a:cubicBezTo>
                    <a:pt x="141672" y="108809"/>
                    <a:pt x="138464" y="110128"/>
                    <a:pt x="135116" y="110128"/>
                  </a:cubicBezTo>
                  <a:lnTo>
                    <a:pt x="12720" y="110128"/>
                  </a:lnTo>
                  <a:cubicBezTo>
                    <a:pt x="1387" y="110128"/>
                    <a:pt x="-4269" y="96376"/>
                    <a:pt x="3785" y="88403"/>
                  </a:cubicBezTo>
                </a:path>
              </a:pathLst>
            </a:custGeom>
            <a:grpFill/>
            <a:ln>
              <a:noFill/>
            </a:ln>
            <a:effectLst>
              <a:outerShdw blurRad="50800" dist="50800" dir="5400000" algn="ctr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5" name="PA-任意多边形 92"/>
            <p:cNvSpPr/>
            <p:nvPr>
              <p:custDataLst>
                <p:tags r:id="rId20"/>
              </p:custDataLst>
            </p:nvPr>
          </p:nvSpPr>
          <p:spPr>
            <a:xfrm>
              <a:off x="2516427" y="884251"/>
              <a:ext cx="233418" cy="110128"/>
            </a:xfrm>
            <a:custGeom>
              <a:avLst/>
              <a:gdLst>
                <a:gd name="connsiteX0" fmla="*/ 3785 w 233418"/>
                <a:gd name="connsiteY0" fmla="*/ 88403 h 110128"/>
                <a:gd name="connsiteX1" fmla="*/ 89368 w 233418"/>
                <a:gd name="connsiteY1" fmla="*/ 3675 h 110128"/>
                <a:gd name="connsiteX2" fmla="*/ 98303 w 233418"/>
                <a:gd name="connsiteY2" fmla="*/ 0 h 110128"/>
                <a:gd name="connsiteX3" fmla="*/ 220699 w 233418"/>
                <a:gd name="connsiteY3" fmla="*/ 0 h 110128"/>
                <a:gd name="connsiteX4" fmla="*/ 229634 w 233418"/>
                <a:gd name="connsiteY4" fmla="*/ 21726 h 110128"/>
                <a:gd name="connsiteX5" fmla="*/ 144051 w 233418"/>
                <a:gd name="connsiteY5" fmla="*/ 106453 h 110128"/>
                <a:gd name="connsiteX6" fmla="*/ 135116 w 233418"/>
                <a:gd name="connsiteY6" fmla="*/ 110128 h 110128"/>
                <a:gd name="connsiteX7" fmla="*/ 12720 w 233418"/>
                <a:gd name="connsiteY7" fmla="*/ 110128 h 110128"/>
                <a:gd name="connsiteX8" fmla="*/ 3785 w 233418"/>
                <a:gd name="connsiteY8" fmla="*/ 88403 h 1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418" h="110128">
                  <a:moveTo>
                    <a:pt x="3785" y="88403"/>
                  </a:moveTo>
                  <a:lnTo>
                    <a:pt x="89368" y="3675"/>
                  </a:lnTo>
                  <a:cubicBezTo>
                    <a:pt x="91744" y="1323"/>
                    <a:pt x="94960" y="0"/>
                    <a:pt x="98303" y="0"/>
                  </a:cubicBezTo>
                  <a:lnTo>
                    <a:pt x="220699" y="0"/>
                  </a:lnTo>
                  <a:cubicBezTo>
                    <a:pt x="232032" y="0"/>
                    <a:pt x="237688" y="13752"/>
                    <a:pt x="229634" y="21726"/>
                  </a:cubicBezTo>
                  <a:lnTo>
                    <a:pt x="144051" y="106453"/>
                  </a:lnTo>
                  <a:cubicBezTo>
                    <a:pt x="141672" y="108809"/>
                    <a:pt x="138464" y="110128"/>
                    <a:pt x="135116" y="110128"/>
                  </a:cubicBezTo>
                  <a:lnTo>
                    <a:pt x="12720" y="110128"/>
                  </a:lnTo>
                  <a:cubicBezTo>
                    <a:pt x="1387" y="110128"/>
                    <a:pt x="-4269" y="96376"/>
                    <a:pt x="3785" y="88403"/>
                  </a:cubicBezTo>
                </a:path>
              </a:pathLst>
            </a:custGeom>
            <a:grpFill/>
            <a:ln>
              <a:noFill/>
            </a:ln>
            <a:effectLst>
              <a:outerShdw blurRad="50800" dist="50800" dir="5400000" algn="ctr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6" name="PA-任意多边形 93"/>
            <p:cNvSpPr/>
            <p:nvPr>
              <p:custDataLst>
                <p:tags r:id="rId21"/>
              </p:custDataLst>
            </p:nvPr>
          </p:nvSpPr>
          <p:spPr>
            <a:xfrm>
              <a:off x="2753851" y="884251"/>
              <a:ext cx="233418" cy="110128"/>
            </a:xfrm>
            <a:custGeom>
              <a:avLst/>
              <a:gdLst>
                <a:gd name="connsiteX0" fmla="*/ 3785 w 233418"/>
                <a:gd name="connsiteY0" fmla="*/ 88403 h 110128"/>
                <a:gd name="connsiteX1" fmla="*/ 89368 w 233418"/>
                <a:gd name="connsiteY1" fmla="*/ 3675 h 110128"/>
                <a:gd name="connsiteX2" fmla="*/ 98303 w 233418"/>
                <a:gd name="connsiteY2" fmla="*/ 0 h 110128"/>
                <a:gd name="connsiteX3" fmla="*/ 220699 w 233418"/>
                <a:gd name="connsiteY3" fmla="*/ 0 h 110128"/>
                <a:gd name="connsiteX4" fmla="*/ 229634 w 233418"/>
                <a:gd name="connsiteY4" fmla="*/ 21726 h 110128"/>
                <a:gd name="connsiteX5" fmla="*/ 144051 w 233418"/>
                <a:gd name="connsiteY5" fmla="*/ 106453 h 110128"/>
                <a:gd name="connsiteX6" fmla="*/ 135116 w 233418"/>
                <a:gd name="connsiteY6" fmla="*/ 110128 h 110128"/>
                <a:gd name="connsiteX7" fmla="*/ 12720 w 233418"/>
                <a:gd name="connsiteY7" fmla="*/ 110128 h 110128"/>
                <a:gd name="connsiteX8" fmla="*/ 3785 w 233418"/>
                <a:gd name="connsiteY8" fmla="*/ 88403 h 1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418" h="110128">
                  <a:moveTo>
                    <a:pt x="3785" y="88403"/>
                  </a:moveTo>
                  <a:lnTo>
                    <a:pt x="89368" y="3675"/>
                  </a:lnTo>
                  <a:cubicBezTo>
                    <a:pt x="91744" y="1323"/>
                    <a:pt x="94960" y="0"/>
                    <a:pt x="98303" y="0"/>
                  </a:cubicBezTo>
                  <a:lnTo>
                    <a:pt x="220699" y="0"/>
                  </a:lnTo>
                  <a:cubicBezTo>
                    <a:pt x="232032" y="0"/>
                    <a:pt x="237688" y="13752"/>
                    <a:pt x="229634" y="21726"/>
                  </a:cubicBezTo>
                  <a:lnTo>
                    <a:pt x="144051" y="106453"/>
                  </a:lnTo>
                  <a:cubicBezTo>
                    <a:pt x="141672" y="108809"/>
                    <a:pt x="138464" y="110128"/>
                    <a:pt x="135116" y="110128"/>
                  </a:cubicBezTo>
                  <a:lnTo>
                    <a:pt x="12720" y="110128"/>
                  </a:lnTo>
                  <a:cubicBezTo>
                    <a:pt x="1387" y="110128"/>
                    <a:pt x="-4269" y="96376"/>
                    <a:pt x="3785" y="88403"/>
                  </a:cubicBezTo>
                </a:path>
              </a:pathLst>
            </a:custGeom>
            <a:grpFill/>
            <a:ln>
              <a:noFill/>
            </a:ln>
            <a:effectLst>
              <a:outerShdw blurRad="50800" dist="50800" dir="5400000" algn="ctr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21" name="文本占位符 20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41006" y="229580"/>
            <a:ext cx="2214563" cy="412750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>
                <a:solidFill>
                  <a:schemeClr val="bg1"/>
                </a:solidFill>
                <a:latin typeface="创客贴金刚体" panose="00020600040101010101" pitchFamily="18" charset="-122"/>
                <a:ea typeface="创客贴金刚体" panose="00020600040101010101" pitchFamily="18" charset="-122"/>
                <a:cs typeface="创客贴金刚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项目背景</a:t>
            </a:r>
            <a:endParaRPr lang="zh-CN" altLang="en-US" dirty="0"/>
          </a:p>
        </p:txBody>
      </p:sp>
      <p:pic>
        <p:nvPicPr>
          <p:cNvPr id="32" name="PA-光效滑动-旁门左道PPT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 cstate="screen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8185" y="47109"/>
            <a:ext cx="1787531" cy="1220231"/>
          </a:xfrm>
          <a:prstGeom prst="rect">
            <a:avLst/>
          </a:prstGeom>
        </p:spPr>
      </p:pic>
      <p:sp>
        <p:nvSpPr>
          <p:cNvPr id="30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108777" y="324390"/>
            <a:ext cx="492211" cy="412750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2000">
                <a:gradFill>
                  <a:gsLst>
                    <a:gs pos="100000">
                      <a:schemeClr val="accent1"/>
                    </a:gs>
                    <a:gs pos="0">
                      <a:schemeClr val="accent3"/>
                    </a:gs>
                  </a:gsLst>
                  <a:lin ang="16200000" scaled="0"/>
                </a:gradFill>
                <a:latin typeface="创客贴金刚体" panose="00020600040101010101" pitchFamily="18" charset="-122"/>
                <a:ea typeface="创客贴金刚体" panose="00020600040101010101" pitchFamily="18" charset="-122"/>
                <a:cs typeface="创客贴金刚体" panose="00020600040101010101" pitchFamily="18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35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88.xml"/><Relationship Id="rId98" Type="http://schemas.openxmlformats.org/officeDocument/2006/relationships/tags" Target="../tags/tag87.xml"/><Relationship Id="rId97" Type="http://schemas.openxmlformats.org/officeDocument/2006/relationships/tags" Target="../tags/tag86.xml"/><Relationship Id="rId96" Type="http://schemas.openxmlformats.org/officeDocument/2006/relationships/image" Target="../media/image46.png"/><Relationship Id="rId95" Type="http://schemas.openxmlformats.org/officeDocument/2006/relationships/tags" Target="../tags/tag85.xml"/><Relationship Id="rId94" Type="http://schemas.microsoft.com/office/2007/relationships/hdphoto" Target="../media/image45.wdp"/><Relationship Id="rId93" Type="http://schemas.openxmlformats.org/officeDocument/2006/relationships/image" Target="../media/image44.png"/><Relationship Id="rId92" Type="http://schemas.openxmlformats.org/officeDocument/2006/relationships/tags" Target="../tags/tag84.xml"/><Relationship Id="rId91" Type="http://schemas.openxmlformats.org/officeDocument/2006/relationships/image" Target="../media/image43.png"/><Relationship Id="rId90" Type="http://schemas.openxmlformats.org/officeDocument/2006/relationships/tags" Target="../tags/tag83.xml"/><Relationship Id="rId9" Type="http://schemas.openxmlformats.org/officeDocument/2006/relationships/image" Target="../media/image4.png"/><Relationship Id="rId89" Type="http://schemas.openxmlformats.org/officeDocument/2006/relationships/tags" Target="../tags/tag82.xml"/><Relationship Id="rId88" Type="http://schemas.openxmlformats.org/officeDocument/2006/relationships/image" Target="../media/image42.png"/><Relationship Id="rId87" Type="http://schemas.openxmlformats.org/officeDocument/2006/relationships/tags" Target="../tags/tag81.xml"/><Relationship Id="rId86" Type="http://schemas.microsoft.com/office/2007/relationships/hdphoto" Target="../media/image18.wdp"/><Relationship Id="rId85" Type="http://schemas.openxmlformats.org/officeDocument/2006/relationships/image" Target="../media/image17.png"/><Relationship Id="rId84" Type="http://schemas.openxmlformats.org/officeDocument/2006/relationships/tags" Target="../tags/tag80.xml"/><Relationship Id="rId83" Type="http://schemas.openxmlformats.org/officeDocument/2006/relationships/tags" Target="../tags/tag79.xml"/><Relationship Id="rId82" Type="http://schemas.openxmlformats.org/officeDocument/2006/relationships/tags" Target="../tags/tag78.xml"/><Relationship Id="rId81" Type="http://schemas.openxmlformats.org/officeDocument/2006/relationships/tags" Target="../tags/tag77.xml"/><Relationship Id="rId80" Type="http://schemas.openxmlformats.org/officeDocument/2006/relationships/tags" Target="../tags/tag76.xml"/><Relationship Id="rId8" Type="http://schemas.openxmlformats.org/officeDocument/2006/relationships/tags" Target="../tags/tag31.xml"/><Relationship Id="rId79" Type="http://schemas.openxmlformats.org/officeDocument/2006/relationships/tags" Target="../tags/tag75.xml"/><Relationship Id="rId78" Type="http://schemas.openxmlformats.org/officeDocument/2006/relationships/tags" Target="../tags/tag74.xml"/><Relationship Id="rId77" Type="http://schemas.openxmlformats.org/officeDocument/2006/relationships/tags" Target="../tags/tag73.xml"/><Relationship Id="rId76" Type="http://schemas.openxmlformats.org/officeDocument/2006/relationships/tags" Target="../tags/tag72.xml"/><Relationship Id="rId75" Type="http://schemas.openxmlformats.org/officeDocument/2006/relationships/tags" Target="../tags/tag71.xml"/><Relationship Id="rId74" Type="http://schemas.openxmlformats.org/officeDocument/2006/relationships/tags" Target="../tags/tag70.xml"/><Relationship Id="rId73" Type="http://schemas.openxmlformats.org/officeDocument/2006/relationships/tags" Target="../tags/tag69.xml"/><Relationship Id="rId72" Type="http://schemas.openxmlformats.org/officeDocument/2006/relationships/tags" Target="../tags/tag68.xml"/><Relationship Id="rId71" Type="http://schemas.openxmlformats.org/officeDocument/2006/relationships/tags" Target="../tags/tag67.xml"/><Relationship Id="rId70" Type="http://schemas.openxmlformats.org/officeDocument/2006/relationships/tags" Target="../tags/tag66.xml"/><Relationship Id="rId7" Type="http://schemas.openxmlformats.org/officeDocument/2006/relationships/image" Target="../media/image3.png"/><Relationship Id="rId69" Type="http://schemas.openxmlformats.org/officeDocument/2006/relationships/image" Target="../media/image41.png"/><Relationship Id="rId68" Type="http://schemas.openxmlformats.org/officeDocument/2006/relationships/tags" Target="../tags/tag65.xml"/><Relationship Id="rId67" Type="http://schemas.openxmlformats.org/officeDocument/2006/relationships/tags" Target="../tags/tag64.xml"/><Relationship Id="rId66" Type="http://schemas.openxmlformats.org/officeDocument/2006/relationships/image" Target="../media/image23.png"/><Relationship Id="rId65" Type="http://schemas.openxmlformats.org/officeDocument/2006/relationships/tags" Target="../tags/tag63.xml"/><Relationship Id="rId64" Type="http://schemas.openxmlformats.org/officeDocument/2006/relationships/tags" Target="../tags/tag62.xml"/><Relationship Id="rId63" Type="http://schemas.openxmlformats.org/officeDocument/2006/relationships/image" Target="../media/image19.png"/><Relationship Id="rId62" Type="http://schemas.openxmlformats.org/officeDocument/2006/relationships/tags" Target="../tags/tag61.xml"/><Relationship Id="rId61" Type="http://schemas.openxmlformats.org/officeDocument/2006/relationships/image" Target="../media/image24.png"/><Relationship Id="rId60" Type="http://schemas.openxmlformats.org/officeDocument/2006/relationships/tags" Target="../tags/tag60.xml"/><Relationship Id="rId6" Type="http://schemas.openxmlformats.org/officeDocument/2006/relationships/tags" Target="../tags/tag30.xml"/><Relationship Id="rId59" Type="http://schemas.microsoft.com/office/2007/relationships/hdphoto" Target="../media/image40.wdp"/><Relationship Id="rId58" Type="http://schemas.openxmlformats.org/officeDocument/2006/relationships/image" Target="../media/image39.png"/><Relationship Id="rId57" Type="http://schemas.openxmlformats.org/officeDocument/2006/relationships/tags" Target="../tags/tag59.xml"/><Relationship Id="rId56" Type="http://schemas.openxmlformats.org/officeDocument/2006/relationships/image" Target="../media/image38.png"/><Relationship Id="rId55" Type="http://schemas.openxmlformats.org/officeDocument/2006/relationships/tags" Target="../tags/tag58.xml"/><Relationship Id="rId54" Type="http://schemas.microsoft.com/office/2007/relationships/hdphoto" Target="../media/image37.wdp"/><Relationship Id="rId53" Type="http://schemas.openxmlformats.org/officeDocument/2006/relationships/image" Target="../media/image36.png"/><Relationship Id="rId52" Type="http://schemas.openxmlformats.org/officeDocument/2006/relationships/tags" Target="../tags/tag57.xml"/><Relationship Id="rId51" Type="http://schemas.openxmlformats.org/officeDocument/2006/relationships/image" Target="../media/image21.png"/><Relationship Id="rId50" Type="http://schemas.openxmlformats.org/officeDocument/2006/relationships/tags" Target="../tags/tag56.xml"/><Relationship Id="rId5" Type="http://schemas.openxmlformats.org/officeDocument/2006/relationships/image" Target="../media/image2.png"/><Relationship Id="rId49" Type="http://schemas.openxmlformats.org/officeDocument/2006/relationships/image" Target="file:///C:\Users\86180\AppData\Local\Temp\FocoSlide\cache\img\PicChange\transparent_1708166048.png" TargetMode="External"/><Relationship Id="rId48" Type="http://schemas.openxmlformats.org/officeDocument/2006/relationships/image" Target="../media/image20.png"/><Relationship Id="rId47" Type="http://schemas.openxmlformats.org/officeDocument/2006/relationships/tags" Target="../tags/tag55.xml"/><Relationship Id="rId46" Type="http://schemas.openxmlformats.org/officeDocument/2006/relationships/image" Target="../media/image16.png"/><Relationship Id="rId45" Type="http://schemas.openxmlformats.org/officeDocument/2006/relationships/tags" Target="../tags/tag54.xml"/><Relationship Id="rId44" Type="http://schemas.openxmlformats.org/officeDocument/2006/relationships/tags" Target="../tags/tag53.xml"/><Relationship Id="rId43" Type="http://schemas.openxmlformats.org/officeDocument/2006/relationships/image" Target="../media/image15.png"/><Relationship Id="rId42" Type="http://schemas.openxmlformats.org/officeDocument/2006/relationships/tags" Target="../tags/tag52.xml"/><Relationship Id="rId41" Type="http://schemas.openxmlformats.org/officeDocument/2006/relationships/tags" Target="../tags/tag51.xml"/><Relationship Id="rId40" Type="http://schemas.openxmlformats.org/officeDocument/2006/relationships/image" Target="../media/image25.png"/><Relationship Id="rId4" Type="http://schemas.openxmlformats.org/officeDocument/2006/relationships/tags" Target="../tags/tag29.xml"/><Relationship Id="rId39" Type="http://schemas.openxmlformats.org/officeDocument/2006/relationships/tags" Target="../tags/tag50.xml"/><Relationship Id="rId38" Type="http://schemas.openxmlformats.org/officeDocument/2006/relationships/image" Target="../media/image14.png"/><Relationship Id="rId37" Type="http://schemas.openxmlformats.org/officeDocument/2006/relationships/tags" Target="../tags/tag49.xml"/><Relationship Id="rId36" Type="http://schemas.openxmlformats.org/officeDocument/2006/relationships/image" Target="../media/image13.png"/><Relationship Id="rId35" Type="http://schemas.openxmlformats.org/officeDocument/2006/relationships/tags" Target="../tags/tag48.xml"/><Relationship Id="rId34" Type="http://schemas.openxmlformats.org/officeDocument/2006/relationships/tags" Target="../tags/tag47.xml"/><Relationship Id="rId33" Type="http://schemas.openxmlformats.org/officeDocument/2006/relationships/tags" Target="../tags/tag46.xml"/><Relationship Id="rId32" Type="http://schemas.openxmlformats.org/officeDocument/2006/relationships/tags" Target="../tags/tag45.xml"/><Relationship Id="rId31" Type="http://schemas.openxmlformats.org/officeDocument/2006/relationships/tags" Target="../tags/tag44.xml"/><Relationship Id="rId30" Type="http://schemas.openxmlformats.org/officeDocument/2006/relationships/image" Target="../media/image12.png"/><Relationship Id="rId3" Type="http://schemas.openxmlformats.org/officeDocument/2006/relationships/image" Target="../media/image1.jpeg"/><Relationship Id="rId29" Type="http://schemas.openxmlformats.org/officeDocument/2006/relationships/tags" Target="../tags/tag43.xml"/><Relationship Id="rId28" Type="http://schemas.openxmlformats.org/officeDocument/2006/relationships/image" Target="../media/image11.png"/><Relationship Id="rId27" Type="http://schemas.openxmlformats.org/officeDocument/2006/relationships/tags" Target="../tags/tag42.xml"/><Relationship Id="rId26" Type="http://schemas.openxmlformats.org/officeDocument/2006/relationships/image" Target="../media/image10.png"/><Relationship Id="rId25" Type="http://schemas.openxmlformats.org/officeDocument/2006/relationships/tags" Target="../tags/tag41.xml"/><Relationship Id="rId24" Type="http://schemas.openxmlformats.org/officeDocument/2006/relationships/image" Target="file:///C:\Users\86180\AppData\Local\Temp\FocoSlide\cache\img\PicChange\transparent_1705805813.png" TargetMode="External"/><Relationship Id="rId23" Type="http://schemas.openxmlformats.org/officeDocument/2006/relationships/image" Target="../media/image9.png"/><Relationship Id="rId22" Type="http://schemas.openxmlformats.org/officeDocument/2006/relationships/tags" Target="../tags/tag40.xml"/><Relationship Id="rId21" Type="http://schemas.openxmlformats.org/officeDocument/2006/relationships/image" Target="../media/image8.png"/><Relationship Id="rId20" Type="http://schemas.openxmlformats.org/officeDocument/2006/relationships/tags" Target="../tags/tag39.xml"/><Relationship Id="rId2" Type="http://schemas.openxmlformats.org/officeDocument/2006/relationships/tags" Target="../tags/tag28.xml"/><Relationship Id="rId19" Type="http://schemas.openxmlformats.org/officeDocument/2006/relationships/image" Target="../media/image7.png"/><Relationship Id="rId18" Type="http://schemas.openxmlformats.org/officeDocument/2006/relationships/tags" Target="../tags/tag38.xml"/><Relationship Id="rId17" Type="http://schemas.openxmlformats.org/officeDocument/2006/relationships/image" Target="../media/image6.png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image" Target="../media/image5.png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1" Type="http://schemas.openxmlformats.org/officeDocument/2006/relationships/slideLayout" Target="../slideLayouts/slideLayout3.xml"/><Relationship Id="rId110" Type="http://schemas.openxmlformats.org/officeDocument/2006/relationships/image" Target="../media/image48.png"/><Relationship Id="rId11" Type="http://schemas.openxmlformats.org/officeDocument/2006/relationships/tags" Target="../tags/tag33.xml"/><Relationship Id="rId109" Type="http://schemas.openxmlformats.org/officeDocument/2006/relationships/tags" Target="../tags/tag97.xml"/><Relationship Id="rId108" Type="http://schemas.openxmlformats.org/officeDocument/2006/relationships/image" Target="../media/image47.png"/><Relationship Id="rId107" Type="http://schemas.openxmlformats.org/officeDocument/2006/relationships/tags" Target="../tags/tag96.xml"/><Relationship Id="rId106" Type="http://schemas.openxmlformats.org/officeDocument/2006/relationships/tags" Target="../tags/tag95.xml"/><Relationship Id="rId105" Type="http://schemas.openxmlformats.org/officeDocument/2006/relationships/tags" Target="../tags/tag94.xml"/><Relationship Id="rId104" Type="http://schemas.openxmlformats.org/officeDocument/2006/relationships/tags" Target="../tags/tag93.xml"/><Relationship Id="rId103" Type="http://schemas.openxmlformats.org/officeDocument/2006/relationships/tags" Target="../tags/tag92.xml"/><Relationship Id="rId102" Type="http://schemas.openxmlformats.org/officeDocument/2006/relationships/tags" Target="../tags/tag91.xml"/><Relationship Id="rId101" Type="http://schemas.openxmlformats.org/officeDocument/2006/relationships/tags" Target="../tags/tag90.xml"/><Relationship Id="rId100" Type="http://schemas.openxmlformats.org/officeDocument/2006/relationships/tags" Target="../tags/tag89.xml"/><Relationship Id="rId10" Type="http://schemas.openxmlformats.org/officeDocument/2006/relationships/tags" Target="../tags/tag32.xml"/><Relationship Id="rId1" Type="http://schemas.openxmlformats.org/officeDocument/2006/relationships/tags" Target="../tags/tag27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162.xml"/><Relationship Id="rId98" Type="http://schemas.openxmlformats.org/officeDocument/2006/relationships/tags" Target="../tags/tag161.xml"/><Relationship Id="rId97" Type="http://schemas.microsoft.com/office/2007/relationships/hdphoto" Target="../media/image51.wdp"/><Relationship Id="rId96" Type="http://schemas.openxmlformats.org/officeDocument/2006/relationships/image" Target="../media/image50.png"/><Relationship Id="rId95" Type="http://schemas.openxmlformats.org/officeDocument/2006/relationships/tags" Target="../tags/tag160.xml"/><Relationship Id="rId94" Type="http://schemas.openxmlformats.org/officeDocument/2006/relationships/tags" Target="../tags/tag159.xml"/><Relationship Id="rId93" Type="http://schemas.openxmlformats.org/officeDocument/2006/relationships/tags" Target="../tags/tag158.xml"/><Relationship Id="rId92" Type="http://schemas.openxmlformats.org/officeDocument/2006/relationships/tags" Target="../tags/tag157.xml"/><Relationship Id="rId91" Type="http://schemas.openxmlformats.org/officeDocument/2006/relationships/tags" Target="../tags/tag156.xml"/><Relationship Id="rId90" Type="http://schemas.openxmlformats.org/officeDocument/2006/relationships/tags" Target="../tags/tag155.xml"/><Relationship Id="rId9" Type="http://schemas.openxmlformats.org/officeDocument/2006/relationships/image" Target="../media/image4.png"/><Relationship Id="rId89" Type="http://schemas.openxmlformats.org/officeDocument/2006/relationships/tags" Target="../tags/tag154.xml"/><Relationship Id="rId88" Type="http://schemas.openxmlformats.org/officeDocument/2006/relationships/tags" Target="../tags/tag153.xml"/><Relationship Id="rId87" Type="http://schemas.openxmlformats.org/officeDocument/2006/relationships/tags" Target="../tags/tag152.xml"/><Relationship Id="rId86" Type="http://schemas.openxmlformats.org/officeDocument/2006/relationships/tags" Target="../tags/tag151.xml"/><Relationship Id="rId85" Type="http://schemas.openxmlformats.org/officeDocument/2006/relationships/tags" Target="../tags/tag150.xml"/><Relationship Id="rId84" Type="http://schemas.openxmlformats.org/officeDocument/2006/relationships/tags" Target="../tags/tag149.xml"/><Relationship Id="rId83" Type="http://schemas.openxmlformats.org/officeDocument/2006/relationships/tags" Target="../tags/tag148.xml"/><Relationship Id="rId82" Type="http://schemas.openxmlformats.org/officeDocument/2006/relationships/tags" Target="../tags/tag147.xml"/><Relationship Id="rId81" Type="http://schemas.openxmlformats.org/officeDocument/2006/relationships/tags" Target="../tags/tag146.xml"/><Relationship Id="rId80" Type="http://schemas.openxmlformats.org/officeDocument/2006/relationships/image" Target="../media/image41.png"/><Relationship Id="rId8" Type="http://schemas.openxmlformats.org/officeDocument/2006/relationships/tags" Target="../tags/tag102.xml"/><Relationship Id="rId79" Type="http://schemas.openxmlformats.org/officeDocument/2006/relationships/tags" Target="../tags/tag145.xml"/><Relationship Id="rId78" Type="http://schemas.openxmlformats.org/officeDocument/2006/relationships/tags" Target="../tags/tag144.xml"/><Relationship Id="rId77" Type="http://schemas.openxmlformats.org/officeDocument/2006/relationships/tags" Target="../tags/tag143.xml"/><Relationship Id="rId76" Type="http://schemas.openxmlformats.org/officeDocument/2006/relationships/image" Target="../media/image23.png"/><Relationship Id="rId75" Type="http://schemas.openxmlformats.org/officeDocument/2006/relationships/tags" Target="../tags/tag142.xml"/><Relationship Id="rId74" Type="http://schemas.openxmlformats.org/officeDocument/2006/relationships/image" Target="../media/image49.png"/><Relationship Id="rId73" Type="http://schemas.openxmlformats.org/officeDocument/2006/relationships/tags" Target="../tags/tag141.xml"/><Relationship Id="rId72" Type="http://schemas.openxmlformats.org/officeDocument/2006/relationships/image" Target="../media/image43.png"/><Relationship Id="rId71" Type="http://schemas.openxmlformats.org/officeDocument/2006/relationships/tags" Target="../tags/tag140.xml"/><Relationship Id="rId70" Type="http://schemas.openxmlformats.org/officeDocument/2006/relationships/tags" Target="../tags/tag139.xml"/><Relationship Id="rId7" Type="http://schemas.openxmlformats.org/officeDocument/2006/relationships/image" Target="../media/image3.png"/><Relationship Id="rId69" Type="http://schemas.openxmlformats.org/officeDocument/2006/relationships/tags" Target="../tags/tag138.xml"/><Relationship Id="rId68" Type="http://schemas.openxmlformats.org/officeDocument/2006/relationships/image" Target="../media/image42.png"/><Relationship Id="rId67" Type="http://schemas.openxmlformats.org/officeDocument/2006/relationships/tags" Target="../tags/tag137.xml"/><Relationship Id="rId66" Type="http://schemas.openxmlformats.org/officeDocument/2006/relationships/image" Target="../media/image25.png"/><Relationship Id="rId65" Type="http://schemas.openxmlformats.org/officeDocument/2006/relationships/tags" Target="../tags/tag136.xml"/><Relationship Id="rId64" Type="http://schemas.openxmlformats.org/officeDocument/2006/relationships/image" Target="../media/image24.png"/><Relationship Id="rId63" Type="http://schemas.openxmlformats.org/officeDocument/2006/relationships/tags" Target="../tags/tag135.xml"/><Relationship Id="rId62" Type="http://schemas.openxmlformats.org/officeDocument/2006/relationships/image" Target="../media/image31.png"/><Relationship Id="rId61" Type="http://schemas.openxmlformats.org/officeDocument/2006/relationships/tags" Target="../tags/tag134.xml"/><Relationship Id="rId60" Type="http://schemas.openxmlformats.org/officeDocument/2006/relationships/tags" Target="../tags/tag133.xml"/><Relationship Id="rId6" Type="http://schemas.openxmlformats.org/officeDocument/2006/relationships/tags" Target="../tags/tag101.xml"/><Relationship Id="rId59" Type="http://schemas.openxmlformats.org/officeDocument/2006/relationships/tags" Target="../tags/tag132.xml"/><Relationship Id="rId58" Type="http://schemas.openxmlformats.org/officeDocument/2006/relationships/tags" Target="../tags/tag131.xml"/><Relationship Id="rId57" Type="http://schemas.openxmlformats.org/officeDocument/2006/relationships/tags" Target="../tags/tag130.xml"/><Relationship Id="rId56" Type="http://schemas.openxmlformats.org/officeDocument/2006/relationships/tags" Target="../tags/tag129.xml"/><Relationship Id="rId55" Type="http://schemas.openxmlformats.org/officeDocument/2006/relationships/image" Target="../media/image22.png"/><Relationship Id="rId54" Type="http://schemas.openxmlformats.org/officeDocument/2006/relationships/tags" Target="../tags/tag128.xml"/><Relationship Id="rId53" Type="http://schemas.openxmlformats.org/officeDocument/2006/relationships/image" Target="../media/image21.png"/><Relationship Id="rId52" Type="http://schemas.openxmlformats.org/officeDocument/2006/relationships/tags" Target="../tags/tag127.xml"/><Relationship Id="rId51" Type="http://schemas.openxmlformats.org/officeDocument/2006/relationships/image" Target="file:///C:\Users\86180\AppData\Local\Temp\FocoSlide\cache\img\PicChange\transparent_1708166048.png" TargetMode="External"/><Relationship Id="rId50" Type="http://schemas.openxmlformats.org/officeDocument/2006/relationships/image" Target="../media/image20.png"/><Relationship Id="rId5" Type="http://schemas.openxmlformats.org/officeDocument/2006/relationships/image" Target="../media/image2.png"/><Relationship Id="rId49" Type="http://schemas.openxmlformats.org/officeDocument/2006/relationships/tags" Target="../tags/tag126.xml"/><Relationship Id="rId48" Type="http://schemas.openxmlformats.org/officeDocument/2006/relationships/image" Target="../media/image19.png"/><Relationship Id="rId47" Type="http://schemas.openxmlformats.org/officeDocument/2006/relationships/tags" Target="../tags/tag125.xml"/><Relationship Id="rId46" Type="http://schemas.microsoft.com/office/2007/relationships/hdphoto" Target="../media/image18.wdp"/><Relationship Id="rId45" Type="http://schemas.openxmlformats.org/officeDocument/2006/relationships/image" Target="../media/image17.png"/><Relationship Id="rId44" Type="http://schemas.openxmlformats.org/officeDocument/2006/relationships/tags" Target="../tags/tag124.xml"/><Relationship Id="rId43" Type="http://schemas.openxmlformats.org/officeDocument/2006/relationships/image" Target="../media/image16.png"/><Relationship Id="rId42" Type="http://schemas.openxmlformats.org/officeDocument/2006/relationships/tags" Target="../tags/tag123.xml"/><Relationship Id="rId41" Type="http://schemas.openxmlformats.org/officeDocument/2006/relationships/image" Target="../media/image15.png"/><Relationship Id="rId40" Type="http://schemas.openxmlformats.org/officeDocument/2006/relationships/tags" Target="../tags/tag122.xml"/><Relationship Id="rId4" Type="http://schemas.openxmlformats.org/officeDocument/2006/relationships/tags" Target="../tags/tag100.xml"/><Relationship Id="rId39" Type="http://schemas.openxmlformats.org/officeDocument/2006/relationships/tags" Target="../tags/tag121.xml"/><Relationship Id="rId38" Type="http://schemas.openxmlformats.org/officeDocument/2006/relationships/image" Target="../media/image14.png"/><Relationship Id="rId37" Type="http://schemas.openxmlformats.org/officeDocument/2006/relationships/tags" Target="../tags/tag120.xml"/><Relationship Id="rId36" Type="http://schemas.openxmlformats.org/officeDocument/2006/relationships/image" Target="../media/image13.png"/><Relationship Id="rId35" Type="http://schemas.openxmlformats.org/officeDocument/2006/relationships/tags" Target="../tags/tag119.xml"/><Relationship Id="rId34" Type="http://schemas.openxmlformats.org/officeDocument/2006/relationships/tags" Target="../tags/tag118.xml"/><Relationship Id="rId33" Type="http://schemas.openxmlformats.org/officeDocument/2006/relationships/tags" Target="../tags/tag117.xml"/><Relationship Id="rId32" Type="http://schemas.openxmlformats.org/officeDocument/2006/relationships/tags" Target="../tags/tag116.xml"/><Relationship Id="rId31" Type="http://schemas.openxmlformats.org/officeDocument/2006/relationships/tags" Target="../tags/tag115.xml"/><Relationship Id="rId30" Type="http://schemas.openxmlformats.org/officeDocument/2006/relationships/image" Target="../media/image12.png"/><Relationship Id="rId3" Type="http://schemas.openxmlformats.org/officeDocument/2006/relationships/image" Target="../media/image1.jpeg"/><Relationship Id="rId29" Type="http://schemas.openxmlformats.org/officeDocument/2006/relationships/tags" Target="../tags/tag114.xml"/><Relationship Id="rId28" Type="http://schemas.openxmlformats.org/officeDocument/2006/relationships/image" Target="../media/image11.png"/><Relationship Id="rId27" Type="http://schemas.openxmlformats.org/officeDocument/2006/relationships/tags" Target="../tags/tag113.xml"/><Relationship Id="rId26" Type="http://schemas.openxmlformats.org/officeDocument/2006/relationships/image" Target="../media/image10.png"/><Relationship Id="rId25" Type="http://schemas.openxmlformats.org/officeDocument/2006/relationships/tags" Target="../tags/tag112.xml"/><Relationship Id="rId24" Type="http://schemas.openxmlformats.org/officeDocument/2006/relationships/image" Target="file:///C:\Users\86180\AppData\Local\Temp\FocoSlide\cache\img\PicChange\transparent_1705805813.png" TargetMode="External"/><Relationship Id="rId23" Type="http://schemas.openxmlformats.org/officeDocument/2006/relationships/image" Target="../media/image9.png"/><Relationship Id="rId22" Type="http://schemas.openxmlformats.org/officeDocument/2006/relationships/tags" Target="../tags/tag111.xml"/><Relationship Id="rId21" Type="http://schemas.openxmlformats.org/officeDocument/2006/relationships/image" Target="../media/image8.png"/><Relationship Id="rId20" Type="http://schemas.openxmlformats.org/officeDocument/2006/relationships/tags" Target="../tags/tag110.xml"/><Relationship Id="rId2" Type="http://schemas.openxmlformats.org/officeDocument/2006/relationships/tags" Target="../tags/tag99.xml"/><Relationship Id="rId19" Type="http://schemas.openxmlformats.org/officeDocument/2006/relationships/image" Target="../media/image7.png"/><Relationship Id="rId18" Type="http://schemas.openxmlformats.org/officeDocument/2006/relationships/tags" Target="../tags/tag109.xml"/><Relationship Id="rId17" Type="http://schemas.openxmlformats.org/officeDocument/2006/relationships/image" Target="../media/image6.png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image" Target="../media/image5.png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0" Type="http://schemas.openxmlformats.org/officeDocument/2006/relationships/slideLayout" Target="../slideLayouts/slideLayout3.xml"/><Relationship Id="rId11" Type="http://schemas.openxmlformats.org/officeDocument/2006/relationships/tags" Target="../tags/tag104.xml"/><Relationship Id="rId109" Type="http://schemas.openxmlformats.org/officeDocument/2006/relationships/image" Target="../media/image54.jpeg"/><Relationship Id="rId108" Type="http://schemas.microsoft.com/office/2007/relationships/hdphoto" Target="../media/image53.wdp"/><Relationship Id="rId107" Type="http://schemas.openxmlformats.org/officeDocument/2006/relationships/image" Target="../media/image52.png"/><Relationship Id="rId106" Type="http://schemas.openxmlformats.org/officeDocument/2006/relationships/tags" Target="../tags/tag168.xml"/><Relationship Id="rId105" Type="http://schemas.openxmlformats.org/officeDocument/2006/relationships/tags" Target="../tags/tag167.xml"/><Relationship Id="rId104" Type="http://schemas.openxmlformats.org/officeDocument/2006/relationships/tags" Target="../tags/tag166.xml"/><Relationship Id="rId103" Type="http://schemas.openxmlformats.org/officeDocument/2006/relationships/tags" Target="../tags/tag165.xml"/><Relationship Id="rId102" Type="http://schemas.openxmlformats.org/officeDocument/2006/relationships/tags" Target="../tags/tag164.xml"/><Relationship Id="rId101" Type="http://schemas.openxmlformats.org/officeDocument/2006/relationships/tags" Target="../tags/tag163.xml"/><Relationship Id="rId100" Type="http://schemas.openxmlformats.org/officeDocument/2006/relationships/image" Target="../media/image33.png"/><Relationship Id="rId10" Type="http://schemas.openxmlformats.org/officeDocument/2006/relationships/tags" Target="../tags/tag103.xml"/><Relationship Id="rId1" Type="http://schemas.openxmlformats.org/officeDocument/2006/relationships/tags" Target="../tags/tag98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tags" Target="../tags/tag179.xml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17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image" Target="../media/image55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89.xml"/><Relationship Id="rId1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PA-原创小红书雷点PPT禁止盗用"/>
          <p:cNvGrpSpPr/>
          <p:nvPr>
            <p:custDataLst>
              <p:tags r:id="rId1"/>
            </p:custDataLst>
          </p:nvPr>
        </p:nvGrpSpPr>
        <p:grpSpPr>
          <a:xfrm>
            <a:off x="-78768" y="-118310"/>
            <a:ext cx="12308886" cy="6976310"/>
            <a:chOff x="-78768" y="-118310"/>
            <a:chExt cx="12308886" cy="6976310"/>
          </a:xfrm>
        </p:grpSpPr>
        <p:pic>
          <p:nvPicPr>
            <p:cNvPr id="78" name="PA-图片 77" descr="水中的建筑&#10;&#10;描述已自动生成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 cstate="screen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grpSp>
          <p:nvGrpSpPr>
            <p:cNvPr id="79" name="组合 78"/>
            <p:cNvGrpSpPr/>
            <p:nvPr/>
          </p:nvGrpSpPr>
          <p:grpSpPr>
            <a:xfrm>
              <a:off x="4307529" y="3562139"/>
              <a:ext cx="6514169" cy="2908502"/>
              <a:chOff x="-1103603" y="9165484"/>
              <a:chExt cx="6514169" cy="2908502"/>
            </a:xfrm>
          </p:grpSpPr>
          <p:grpSp>
            <p:nvGrpSpPr>
              <p:cNvPr id="80" name="组合 79"/>
              <p:cNvGrpSpPr/>
              <p:nvPr/>
            </p:nvGrpSpPr>
            <p:grpSpPr>
              <a:xfrm>
                <a:off x="-1103603" y="9518509"/>
                <a:ext cx="3683889" cy="1707578"/>
                <a:chOff x="-1932089" y="4674172"/>
                <a:chExt cx="3683889" cy="1707578"/>
              </a:xfrm>
            </p:grpSpPr>
            <p:pic>
              <p:nvPicPr>
                <p:cNvPr id="87" name="PA-图片 86"/>
                <p:cNvPicPr>
                  <a:picLocks noChangeAspect="1"/>
                </p:cNvPicPr>
                <p:nvPr>
                  <p:custDataLst>
                    <p:tags r:id="rId4"/>
                  </p:custDataLst>
                </p:nvPr>
              </p:nvPicPr>
              <p:blipFill>
                <a:blip r:embed="rId5" cstate="screen"/>
                <a:stretch>
                  <a:fillRect/>
                </a:stretch>
              </p:blipFill>
              <p:spPr>
                <a:xfrm flipH="1">
                  <a:off x="-1932089" y="4674172"/>
                  <a:ext cx="3683889" cy="1707578"/>
                </a:xfrm>
                <a:prstGeom prst="rect">
                  <a:avLst/>
                </a:prstGeom>
              </p:spPr>
            </p:pic>
            <p:pic>
              <p:nvPicPr>
                <p:cNvPr id="88" name="PA-图片 87"/>
                <p:cNvPicPr>
                  <a:picLocks noChangeAspect="1"/>
                </p:cNvPicPr>
                <p:nvPr>
                  <p:custDataLst>
                    <p:tags r:id="rId6"/>
                  </p:custDataLst>
                </p:nvPr>
              </p:nvPicPr>
              <p:blipFill>
                <a:blip r:embed="rId7" cstate="screen"/>
                <a:stretch>
                  <a:fillRect/>
                </a:stretch>
              </p:blipFill>
              <p:spPr>
                <a:xfrm flipH="1">
                  <a:off x="-309650" y="5319479"/>
                  <a:ext cx="2005588" cy="929642"/>
                </a:xfrm>
                <a:prstGeom prst="rect">
                  <a:avLst/>
                </a:prstGeom>
              </p:spPr>
            </p:pic>
          </p:grpSp>
          <p:grpSp>
            <p:nvGrpSpPr>
              <p:cNvPr id="81" name="组合 80"/>
              <p:cNvGrpSpPr/>
              <p:nvPr/>
            </p:nvGrpSpPr>
            <p:grpSpPr>
              <a:xfrm>
                <a:off x="-17463" y="9165484"/>
                <a:ext cx="5428029" cy="2908502"/>
                <a:chOff x="8703674" y="3228563"/>
                <a:chExt cx="5428029" cy="2908502"/>
              </a:xfrm>
            </p:grpSpPr>
            <p:pic>
              <p:nvPicPr>
                <p:cNvPr id="82" name="PA-图片 81"/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03674" y="3923647"/>
                  <a:ext cx="4775176" cy="2213418"/>
                </a:xfrm>
                <a:prstGeom prst="rect">
                  <a:avLst/>
                </a:prstGeom>
              </p:spPr>
            </p:pic>
            <p:grpSp>
              <p:nvGrpSpPr>
                <p:cNvPr id="83" name="组合 82"/>
                <p:cNvGrpSpPr/>
                <p:nvPr/>
              </p:nvGrpSpPr>
              <p:grpSpPr>
                <a:xfrm>
                  <a:off x="9356527" y="3228563"/>
                  <a:ext cx="4775176" cy="2213418"/>
                  <a:chOff x="9356527" y="3228563"/>
                  <a:chExt cx="4775176" cy="2213418"/>
                </a:xfrm>
              </p:grpSpPr>
              <p:pic>
                <p:nvPicPr>
                  <p:cNvPr id="84" name="PA-图片 83"/>
                  <p:cNvPicPr>
                    <a:picLocks noChangeAspect="1"/>
                  </p:cNvPicPr>
                  <p:nvPr>
                    <p:custDataLst>
                      <p:tags r:id="rId10"/>
                    </p:custDataLst>
                  </p:nvPr>
                </p:nvPicPr>
                <p:blipFill>
                  <a:blip r:embed="rId9"/>
                  <a:stretch>
                    <a:fillRect/>
                  </a:stretch>
                </p:blipFill>
                <p:spPr>
                  <a:xfrm flipH="1">
                    <a:off x="9356527" y="3228563"/>
                    <a:ext cx="4775176" cy="2213418"/>
                  </a:xfrm>
                  <a:prstGeom prst="rect">
                    <a:avLst/>
                  </a:prstGeom>
                </p:spPr>
              </p:pic>
              <p:pic>
                <p:nvPicPr>
                  <p:cNvPr id="85" name="PA-图片 84"/>
                  <p:cNvPicPr>
                    <a:picLocks noChangeAspect="1"/>
                  </p:cNvPicPr>
                  <p:nvPr>
                    <p:custDataLst>
                      <p:tags r:id="rId11"/>
                    </p:custDataLst>
                  </p:nvPr>
                </p:nvPicPr>
                <p:blipFill>
                  <a:blip r:embed="rId7" cstate="screen"/>
                  <a:stretch>
                    <a:fillRect/>
                  </a:stretch>
                </p:blipFill>
                <p:spPr>
                  <a:xfrm>
                    <a:off x="9430887" y="3693756"/>
                    <a:ext cx="2005588" cy="929642"/>
                  </a:xfrm>
                  <a:prstGeom prst="rect">
                    <a:avLst/>
                  </a:prstGeom>
                </p:spPr>
              </p:pic>
              <p:pic>
                <p:nvPicPr>
                  <p:cNvPr id="86" name="PA-图片 85"/>
                  <p:cNvPicPr>
                    <a:picLocks noChangeAspect="1"/>
                  </p:cNvPicPr>
                  <p:nvPr>
                    <p:custDataLst>
                      <p:tags r:id="rId12"/>
                    </p:custDataLst>
                  </p:nvPr>
                </p:nvPicPr>
                <p:blipFill>
                  <a:blip r:embed="rId7" cstate="screen"/>
                  <a:stretch>
                    <a:fillRect/>
                  </a:stretch>
                </p:blipFill>
                <p:spPr>
                  <a:xfrm flipH="1">
                    <a:off x="9727691" y="3350095"/>
                    <a:ext cx="2005588" cy="929642"/>
                  </a:xfrm>
                  <a:prstGeom prst="rect">
                    <a:avLst/>
                  </a:prstGeom>
                </p:spPr>
              </p:pic>
            </p:grpSp>
          </p:grpSp>
        </p:grpSp>
        <p:pic>
          <p:nvPicPr>
            <p:cNvPr id="89" name="PA-图片 88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 cstate="screen"/>
            <a:srcRect/>
            <a:stretch>
              <a:fillRect/>
            </a:stretch>
          </p:blipFill>
          <p:spPr>
            <a:xfrm>
              <a:off x="9505302" y="5575092"/>
              <a:ext cx="2686698" cy="1282908"/>
            </a:xfrm>
            <a:custGeom>
              <a:avLst/>
              <a:gdLst>
                <a:gd name="connsiteX0" fmla="*/ 0 w 2686698"/>
                <a:gd name="connsiteY0" fmla="*/ 0 h 1282908"/>
                <a:gd name="connsiteX1" fmla="*/ 2686698 w 2686698"/>
                <a:gd name="connsiteY1" fmla="*/ 0 h 1282908"/>
                <a:gd name="connsiteX2" fmla="*/ 2686698 w 2686698"/>
                <a:gd name="connsiteY2" fmla="*/ 1282908 h 1282908"/>
                <a:gd name="connsiteX3" fmla="*/ 0 w 2686698"/>
                <a:gd name="connsiteY3" fmla="*/ 1282908 h 128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6698" h="1282908">
                  <a:moveTo>
                    <a:pt x="0" y="0"/>
                  </a:moveTo>
                  <a:lnTo>
                    <a:pt x="2686698" y="0"/>
                  </a:lnTo>
                  <a:lnTo>
                    <a:pt x="2686698" y="1282908"/>
                  </a:lnTo>
                  <a:lnTo>
                    <a:pt x="0" y="1282908"/>
                  </a:lnTo>
                  <a:close/>
                </a:path>
              </a:pathLst>
            </a:custGeom>
          </p:spPr>
        </p:pic>
        <p:sp>
          <p:nvSpPr>
            <p:cNvPr id="90" name="PA-椭圆 89"/>
            <p:cNvSpPr/>
            <p:nvPr>
              <p:custDataLst>
                <p:tags r:id="rId15"/>
              </p:custDataLst>
            </p:nvPr>
          </p:nvSpPr>
          <p:spPr>
            <a:xfrm>
              <a:off x="6856255" y="1097819"/>
              <a:ext cx="3653169" cy="3653168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  <a:effectLst>
              <a:softEdge rad="965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91" name="PA-图片 90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screen"/>
            <a:srcRect l="37628" b="60522"/>
            <a:stretch>
              <a:fillRect/>
            </a:stretch>
          </p:blipFill>
          <p:spPr>
            <a:xfrm>
              <a:off x="1" y="5709970"/>
              <a:ext cx="4061069" cy="1148030"/>
            </a:xfrm>
            <a:custGeom>
              <a:avLst/>
              <a:gdLst>
                <a:gd name="connsiteX0" fmla="*/ 0 w 4061069"/>
                <a:gd name="connsiteY0" fmla="*/ 0 h 1148030"/>
                <a:gd name="connsiteX1" fmla="*/ 4061069 w 4061069"/>
                <a:gd name="connsiteY1" fmla="*/ 0 h 1148030"/>
                <a:gd name="connsiteX2" fmla="*/ 4061069 w 4061069"/>
                <a:gd name="connsiteY2" fmla="*/ 1148030 h 1148030"/>
                <a:gd name="connsiteX3" fmla="*/ 0 w 4061069"/>
                <a:gd name="connsiteY3" fmla="*/ 1148030 h 1148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1069" h="1148030">
                  <a:moveTo>
                    <a:pt x="0" y="0"/>
                  </a:moveTo>
                  <a:lnTo>
                    <a:pt x="4061069" y="0"/>
                  </a:lnTo>
                  <a:lnTo>
                    <a:pt x="4061069" y="1148030"/>
                  </a:lnTo>
                  <a:lnTo>
                    <a:pt x="0" y="1148030"/>
                  </a:lnTo>
                  <a:close/>
                </a:path>
              </a:pathLst>
            </a:custGeom>
          </p:spPr>
        </p:pic>
        <p:pic>
          <p:nvPicPr>
            <p:cNvPr id="92" name="PA-图片 91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screen"/>
            <a:srcRect l="27236" b="26002"/>
            <a:stretch>
              <a:fillRect/>
            </a:stretch>
          </p:blipFill>
          <p:spPr>
            <a:xfrm>
              <a:off x="0" y="4706106"/>
              <a:ext cx="4737720" cy="2151894"/>
            </a:xfrm>
            <a:custGeom>
              <a:avLst/>
              <a:gdLst>
                <a:gd name="connsiteX0" fmla="*/ 0 w 4737720"/>
                <a:gd name="connsiteY0" fmla="*/ 0 h 2151894"/>
                <a:gd name="connsiteX1" fmla="*/ 4737720 w 4737720"/>
                <a:gd name="connsiteY1" fmla="*/ 0 h 2151894"/>
                <a:gd name="connsiteX2" fmla="*/ 4737720 w 4737720"/>
                <a:gd name="connsiteY2" fmla="*/ 2151894 h 2151894"/>
                <a:gd name="connsiteX3" fmla="*/ 0 w 4737720"/>
                <a:gd name="connsiteY3" fmla="*/ 2151894 h 2151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7720" h="2151894">
                  <a:moveTo>
                    <a:pt x="0" y="0"/>
                  </a:moveTo>
                  <a:lnTo>
                    <a:pt x="4737720" y="0"/>
                  </a:lnTo>
                  <a:lnTo>
                    <a:pt x="4737720" y="2151894"/>
                  </a:lnTo>
                  <a:lnTo>
                    <a:pt x="0" y="2151894"/>
                  </a:lnTo>
                  <a:close/>
                </a:path>
              </a:pathLst>
            </a:custGeom>
          </p:spPr>
        </p:pic>
        <p:pic>
          <p:nvPicPr>
            <p:cNvPr id="93" name="PA-图片 92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 cstate="screen"/>
            <a:srcRect r="62462"/>
            <a:stretch>
              <a:fillRect/>
            </a:stretch>
          </p:blipFill>
          <p:spPr>
            <a:xfrm>
              <a:off x="10049932" y="1285590"/>
              <a:ext cx="2142068" cy="2828789"/>
            </a:xfrm>
            <a:custGeom>
              <a:avLst/>
              <a:gdLst>
                <a:gd name="connsiteX0" fmla="*/ 0 w 2142068"/>
                <a:gd name="connsiteY0" fmla="*/ 0 h 2828789"/>
                <a:gd name="connsiteX1" fmla="*/ 2142068 w 2142068"/>
                <a:gd name="connsiteY1" fmla="*/ 0 h 2828789"/>
                <a:gd name="connsiteX2" fmla="*/ 2142068 w 2142068"/>
                <a:gd name="connsiteY2" fmla="*/ 2828789 h 2828789"/>
                <a:gd name="connsiteX3" fmla="*/ 0 w 2142068"/>
                <a:gd name="connsiteY3" fmla="*/ 2828789 h 2828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2068" h="2828789">
                  <a:moveTo>
                    <a:pt x="0" y="0"/>
                  </a:moveTo>
                  <a:lnTo>
                    <a:pt x="2142068" y="0"/>
                  </a:lnTo>
                  <a:lnTo>
                    <a:pt x="2142068" y="2828789"/>
                  </a:lnTo>
                  <a:lnTo>
                    <a:pt x="0" y="2828789"/>
                  </a:lnTo>
                  <a:close/>
                </a:path>
              </a:pathLst>
            </a:custGeom>
          </p:spPr>
        </p:pic>
        <p:pic>
          <p:nvPicPr>
            <p:cNvPr id="94" name="PA-图片 93"/>
            <p:cNvPicPr/>
            <p:nvPr>
              <p:custDataLst>
                <p:tags r:id="rId22"/>
              </p:custDataLst>
            </p:nvPr>
          </p:nvPicPr>
          <p:blipFill>
            <a:blip r:embed="rId23" r:link="rId24" cstate="screen"/>
            <a:stretch>
              <a:fillRect/>
            </a:stretch>
          </p:blipFill>
          <p:spPr>
            <a:xfrm>
              <a:off x="6530299" y="0"/>
              <a:ext cx="5699819" cy="3105056"/>
            </a:xfrm>
            <a:prstGeom prst="rect">
              <a:avLst/>
            </a:prstGeom>
          </p:spPr>
        </p:pic>
        <p:pic>
          <p:nvPicPr>
            <p:cNvPr id="95" name="PA-图片 94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 cstate="screen"/>
            <a:srcRect/>
            <a:stretch>
              <a:fillRect/>
            </a:stretch>
          </p:blipFill>
          <p:spPr>
            <a:xfrm rot="21299275">
              <a:off x="-78768" y="-118310"/>
              <a:ext cx="2928900" cy="1675009"/>
            </a:xfrm>
            <a:custGeom>
              <a:avLst/>
              <a:gdLst>
                <a:gd name="connsiteX0" fmla="*/ 146900 w 2928900"/>
                <a:gd name="connsiteY0" fmla="*/ 0 h 1675009"/>
                <a:gd name="connsiteX1" fmla="*/ 2928900 w 2928900"/>
                <a:gd name="connsiteY1" fmla="*/ 243985 h 1675009"/>
                <a:gd name="connsiteX2" fmla="*/ 2928900 w 2928900"/>
                <a:gd name="connsiteY2" fmla="*/ 1675009 h 1675009"/>
                <a:gd name="connsiteX3" fmla="*/ 0 w 2928900"/>
                <a:gd name="connsiteY3" fmla="*/ 1675009 h 167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900" h="1675009">
                  <a:moveTo>
                    <a:pt x="146900" y="0"/>
                  </a:moveTo>
                  <a:lnTo>
                    <a:pt x="2928900" y="243985"/>
                  </a:lnTo>
                  <a:lnTo>
                    <a:pt x="2928900" y="1675009"/>
                  </a:lnTo>
                  <a:lnTo>
                    <a:pt x="0" y="1675009"/>
                  </a:lnTo>
                  <a:close/>
                </a:path>
              </a:pathLst>
            </a:custGeom>
          </p:spPr>
        </p:pic>
        <p:pic>
          <p:nvPicPr>
            <p:cNvPr id="96" name="PA-图片 95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 cstate="screen"/>
            <a:srcRect t="43246"/>
            <a:stretch>
              <a:fillRect/>
            </a:stretch>
          </p:blipFill>
          <p:spPr>
            <a:xfrm>
              <a:off x="23616" y="0"/>
              <a:ext cx="2621507" cy="1487805"/>
            </a:xfrm>
            <a:custGeom>
              <a:avLst/>
              <a:gdLst>
                <a:gd name="connsiteX0" fmla="*/ 0 w 2621507"/>
                <a:gd name="connsiteY0" fmla="*/ 0 h 1487805"/>
                <a:gd name="connsiteX1" fmla="*/ 2621507 w 2621507"/>
                <a:gd name="connsiteY1" fmla="*/ 0 h 1487805"/>
                <a:gd name="connsiteX2" fmla="*/ 2621507 w 2621507"/>
                <a:gd name="connsiteY2" fmla="*/ 1487805 h 1487805"/>
                <a:gd name="connsiteX3" fmla="*/ 0 w 2621507"/>
                <a:gd name="connsiteY3" fmla="*/ 1487805 h 148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1507" h="1487805">
                  <a:moveTo>
                    <a:pt x="0" y="0"/>
                  </a:moveTo>
                  <a:lnTo>
                    <a:pt x="2621507" y="0"/>
                  </a:lnTo>
                  <a:lnTo>
                    <a:pt x="2621507" y="1487805"/>
                  </a:lnTo>
                  <a:lnTo>
                    <a:pt x="0" y="1487805"/>
                  </a:lnTo>
                  <a:close/>
                </a:path>
              </a:pathLst>
            </a:custGeom>
          </p:spPr>
        </p:pic>
        <p:pic>
          <p:nvPicPr>
            <p:cNvPr id="97" name="PA-图片 96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 cstate="screen"/>
            <a:srcRect t="47049"/>
            <a:stretch>
              <a:fillRect/>
            </a:stretch>
          </p:blipFill>
          <p:spPr>
            <a:xfrm>
              <a:off x="1461665" y="94956"/>
              <a:ext cx="2621507" cy="1388111"/>
            </a:xfrm>
            <a:custGeom>
              <a:avLst/>
              <a:gdLst>
                <a:gd name="connsiteX0" fmla="*/ 0 w 2621507"/>
                <a:gd name="connsiteY0" fmla="*/ 0 h 1388111"/>
                <a:gd name="connsiteX1" fmla="*/ 2621507 w 2621507"/>
                <a:gd name="connsiteY1" fmla="*/ 0 h 1388111"/>
                <a:gd name="connsiteX2" fmla="*/ 2621507 w 2621507"/>
                <a:gd name="connsiteY2" fmla="*/ 1388111 h 1388111"/>
                <a:gd name="connsiteX3" fmla="*/ 0 w 2621507"/>
                <a:gd name="connsiteY3" fmla="*/ 1388111 h 138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1507" h="1388111">
                  <a:moveTo>
                    <a:pt x="0" y="0"/>
                  </a:moveTo>
                  <a:lnTo>
                    <a:pt x="2621507" y="0"/>
                  </a:lnTo>
                  <a:lnTo>
                    <a:pt x="2621507" y="1388111"/>
                  </a:lnTo>
                  <a:lnTo>
                    <a:pt x="0" y="1388111"/>
                  </a:lnTo>
                  <a:close/>
                </a:path>
              </a:pathLst>
            </a:custGeom>
          </p:spPr>
        </p:pic>
        <p:pic>
          <p:nvPicPr>
            <p:cNvPr id="98" name="PA-图片 97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26" cstate="screen"/>
            <a:srcRect/>
            <a:stretch>
              <a:fillRect/>
            </a:stretch>
          </p:blipFill>
          <p:spPr>
            <a:xfrm rot="21299275">
              <a:off x="-40997" y="-118310"/>
              <a:ext cx="2928900" cy="1675009"/>
            </a:xfrm>
            <a:custGeom>
              <a:avLst/>
              <a:gdLst>
                <a:gd name="connsiteX0" fmla="*/ 146900 w 2928900"/>
                <a:gd name="connsiteY0" fmla="*/ 0 h 1675009"/>
                <a:gd name="connsiteX1" fmla="*/ 2928900 w 2928900"/>
                <a:gd name="connsiteY1" fmla="*/ 243985 h 1675009"/>
                <a:gd name="connsiteX2" fmla="*/ 2928900 w 2928900"/>
                <a:gd name="connsiteY2" fmla="*/ 1675009 h 1675009"/>
                <a:gd name="connsiteX3" fmla="*/ 0 w 2928900"/>
                <a:gd name="connsiteY3" fmla="*/ 1675009 h 167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900" h="1675009">
                  <a:moveTo>
                    <a:pt x="146900" y="0"/>
                  </a:moveTo>
                  <a:lnTo>
                    <a:pt x="2928900" y="243985"/>
                  </a:lnTo>
                  <a:lnTo>
                    <a:pt x="2928900" y="1675009"/>
                  </a:lnTo>
                  <a:lnTo>
                    <a:pt x="0" y="1675009"/>
                  </a:lnTo>
                  <a:close/>
                </a:path>
              </a:pathLst>
            </a:custGeom>
          </p:spPr>
        </p:pic>
        <p:sp>
          <p:nvSpPr>
            <p:cNvPr id="99" name="PA-任意多边形 98"/>
            <p:cNvSpPr/>
            <p:nvPr>
              <p:custDataLst>
                <p:tags r:id="rId32"/>
              </p:custDataLst>
            </p:nvPr>
          </p:nvSpPr>
          <p:spPr>
            <a:xfrm>
              <a:off x="8325891" y="1"/>
              <a:ext cx="2607672" cy="1421475"/>
            </a:xfrm>
            <a:custGeom>
              <a:avLst/>
              <a:gdLst>
                <a:gd name="connsiteX0" fmla="*/ 5941 w 2607672"/>
                <a:gd name="connsiteY0" fmla="*/ 0 h 1421475"/>
                <a:gd name="connsiteX1" fmla="*/ 2601732 w 2607672"/>
                <a:gd name="connsiteY1" fmla="*/ 0 h 1421475"/>
                <a:gd name="connsiteX2" fmla="*/ 2607672 w 2607672"/>
                <a:gd name="connsiteY2" fmla="*/ 117639 h 1421475"/>
                <a:gd name="connsiteX3" fmla="*/ 1303836 w 2607672"/>
                <a:gd name="connsiteY3" fmla="*/ 1421475 h 1421475"/>
                <a:gd name="connsiteX4" fmla="*/ 0 w 2607672"/>
                <a:gd name="connsiteY4" fmla="*/ 117639 h 142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7672" h="1421475">
                  <a:moveTo>
                    <a:pt x="5941" y="0"/>
                  </a:moveTo>
                  <a:lnTo>
                    <a:pt x="2601732" y="0"/>
                  </a:lnTo>
                  <a:lnTo>
                    <a:pt x="2607672" y="117639"/>
                  </a:lnTo>
                  <a:cubicBezTo>
                    <a:pt x="2607672" y="837728"/>
                    <a:pt x="2023925" y="1421475"/>
                    <a:pt x="1303836" y="1421475"/>
                  </a:cubicBezTo>
                  <a:cubicBezTo>
                    <a:pt x="583747" y="1421475"/>
                    <a:pt x="0" y="837728"/>
                    <a:pt x="0" y="117639"/>
                  </a:cubicBezTo>
                  <a:close/>
                </a:path>
              </a:pathLst>
            </a:custGeom>
            <a:solidFill>
              <a:srgbClr val="A5D2FF"/>
            </a:solidFill>
            <a:effectLst>
              <a:softEdge rad="800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Bold"/>
                <a:ea typeface="OPPOSans M" panose="00020600040101010101" charset="-122"/>
                <a:cs typeface="+mn-cs"/>
              </a:endParaRPr>
            </a:p>
          </p:txBody>
        </p:sp>
        <p:pic>
          <p:nvPicPr>
            <p:cNvPr id="100" name="PA-图片 99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28" cstate="screen"/>
            <a:srcRect t="42160"/>
            <a:stretch>
              <a:fillRect/>
            </a:stretch>
          </p:blipFill>
          <p:spPr>
            <a:xfrm>
              <a:off x="8434863" y="0"/>
              <a:ext cx="2621507" cy="1516286"/>
            </a:xfrm>
            <a:custGeom>
              <a:avLst/>
              <a:gdLst>
                <a:gd name="connsiteX0" fmla="*/ 0 w 2621507"/>
                <a:gd name="connsiteY0" fmla="*/ 0 h 1516286"/>
                <a:gd name="connsiteX1" fmla="*/ 2621507 w 2621507"/>
                <a:gd name="connsiteY1" fmla="*/ 0 h 1516286"/>
                <a:gd name="connsiteX2" fmla="*/ 2621507 w 2621507"/>
                <a:gd name="connsiteY2" fmla="*/ 1516286 h 1516286"/>
                <a:gd name="connsiteX3" fmla="*/ 0 w 2621507"/>
                <a:gd name="connsiteY3" fmla="*/ 1516286 h 1516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1507" h="1516286">
                  <a:moveTo>
                    <a:pt x="0" y="0"/>
                  </a:moveTo>
                  <a:lnTo>
                    <a:pt x="2621507" y="0"/>
                  </a:lnTo>
                  <a:lnTo>
                    <a:pt x="2621507" y="1516286"/>
                  </a:lnTo>
                  <a:lnTo>
                    <a:pt x="0" y="1516286"/>
                  </a:lnTo>
                  <a:close/>
                </a:path>
              </a:pathLst>
            </a:custGeom>
          </p:spPr>
        </p:pic>
        <p:pic>
          <p:nvPicPr>
            <p:cNvPr id="101" name="PA-图片 100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28" cstate="screen"/>
            <a:srcRect t="43427" r="15842"/>
            <a:stretch>
              <a:fillRect/>
            </a:stretch>
          </p:blipFill>
          <p:spPr>
            <a:xfrm>
              <a:off x="9985787" y="0"/>
              <a:ext cx="2206213" cy="1483067"/>
            </a:xfrm>
            <a:custGeom>
              <a:avLst/>
              <a:gdLst>
                <a:gd name="connsiteX0" fmla="*/ 0 w 2206213"/>
                <a:gd name="connsiteY0" fmla="*/ 0 h 1483067"/>
                <a:gd name="connsiteX1" fmla="*/ 2206213 w 2206213"/>
                <a:gd name="connsiteY1" fmla="*/ 0 h 1483067"/>
                <a:gd name="connsiteX2" fmla="*/ 2206213 w 2206213"/>
                <a:gd name="connsiteY2" fmla="*/ 1483067 h 1483067"/>
                <a:gd name="connsiteX3" fmla="*/ 0 w 2206213"/>
                <a:gd name="connsiteY3" fmla="*/ 1483067 h 1483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6213" h="1483067">
                  <a:moveTo>
                    <a:pt x="0" y="0"/>
                  </a:moveTo>
                  <a:lnTo>
                    <a:pt x="2206213" y="0"/>
                  </a:lnTo>
                  <a:lnTo>
                    <a:pt x="2206213" y="1483067"/>
                  </a:lnTo>
                  <a:lnTo>
                    <a:pt x="0" y="1483067"/>
                  </a:lnTo>
                  <a:close/>
                </a:path>
              </a:pathLst>
            </a:custGeom>
          </p:spPr>
        </p:pic>
      </p:grpSp>
      <p:pic>
        <p:nvPicPr>
          <p:cNvPr id="48" name="PA-原创小红书雷点PPT禁止盗用" descr="查看图片"/>
          <p:cNvPicPr>
            <a:picLocks noChangeAspect="1" noChangeArrowheads="1"/>
          </p:cNvPicPr>
          <p:nvPr>
            <p:custDataLst>
              <p:tags r:id="rId35"/>
            </p:custDataLst>
          </p:nvPr>
        </p:nvPicPr>
        <p:blipFill>
          <a:blip r:embed="rId36"/>
          <a:srcRect/>
          <a:stretch>
            <a:fillRect/>
          </a:stretch>
        </p:blipFill>
        <p:spPr bwMode="auto">
          <a:xfrm rot="2773800" flipH="1" flipV="1">
            <a:off x="763410" y="-3104895"/>
            <a:ext cx="8851122" cy="9052740"/>
          </a:xfrm>
          <a:custGeom>
            <a:avLst/>
            <a:gdLst>
              <a:gd name="connsiteX0" fmla="*/ 8851122 w 8851122"/>
              <a:gd name="connsiteY0" fmla="*/ 1961450 h 9052740"/>
              <a:gd name="connsiteX1" fmla="*/ 2057943 w 8851122"/>
              <a:gd name="connsiteY1" fmla="*/ 9052740 h 9052740"/>
              <a:gd name="connsiteX2" fmla="*/ 0 w 8851122"/>
              <a:gd name="connsiteY2" fmla="*/ 9052740 h 9052740"/>
              <a:gd name="connsiteX3" fmla="*/ 0 w 8851122"/>
              <a:gd name="connsiteY3" fmla="*/ 1287225 h 9052740"/>
              <a:gd name="connsiteX4" fmla="*/ 1233111 w 8851122"/>
              <a:gd name="connsiteY4" fmla="*/ 0 h 9052740"/>
              <a:gd name="connsiteX5" fmla="*/ 7201614 w 8851122"/>
              <a:gd name="connsiteY5" fmla="*/ 0 h 9052740"/>
              <a:gd name="connsiteX6" fmla="*/ 8851122 w 8851122"/>
              <a:gd name="connsiteY6" fmla="*/ 1580164 h 9052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51122" h="9052740">
                <a:moveTo>
                  <a:pt x="8851122" y="1961450"/>
                </a:moveTo>
                <a:lnTo>
                  <a:pt x="2057943" y="9052740"/>
                </a:lnTo>
                <a:lnTo>
                  <a:pt x="0" y="9052740"/>
                </a:lnTo>
                <a:lnTo>
                  <a:pt x="0" y="1287225"/>
                </a:lnTo>
                <a:lnTo>
                  <a:pt x="1233111" y="0"/>
                </a:lnTo>
                <a:lnTo>
                  <a:pt x="7201614" y="0"/>
                </a:lnTo>
                <a:lnTo>
                  <a:pt x="8851122" y="158016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A-原创小红书雷点PPT禁止盗用" descr="查看图片"/>
          <p:cNvPicPr>
            <a:picLocks noChangeAspect="1" noChangeArrowheads="1"/>
          </p:cNvPicPr>
          <p:nvPr>
            <p:custDataLst>
              <p:tags r:id="rId37"/>
            </p:custDataLst>
          </p:nvPr>
        </p:nvPicPr>
        <p:blipFill>
          <a:blip r:embed="rId38" cstate="screen"/>
          <a:srcRect/>
          <a:stretch>
            <a:fillRect/>
          </a:stretch>
        </p:blipFill>
        <p:spPr bwMode="auto">
          <a:xfrm rot="6817278" flipH="1">
            <a:off x="-885112" y="-1016694"/>
            <a:ext cx="67052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A-原创小红书雷点PPT禁止盗用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 cstate="screen"/>
          <a:srcRect l="12666" t="11945" r="11954"/>
          <a:stretch>
            <a:fillRect/>
          </a:stretch>
        </p:blipFill>
        <p:spPr>
          <a:xfrm>
            <a:off x="0" y="1"/>
            <a:ext cx="12192000" cy="6017881"/>
          </a:xfrm>
          <a:custGeom>
            <a:avLst/>
            <a:gdLst>
              <a:gd name="connsiteX0" fmla="*/ 0 w 12192000"/>
              <a:gd name="connsiteY0" fmla="*/ 0 h 6017881"/>
              <a:gd name="connsiteX1" fmla="*/ 12192000 w 12192000"/>
              <a:gd name="connsiteY1" fmla="*/ 0 h 6017881"/>
              <a:gd name="connsiteX2" fmla="*/ 12192000 w 12192000"/>
              <a:gd name="connsiteY2" fmla="*/ 6017881 h 6017881"/>
              <a:gd name="connsiteX3" fmla="*/ 0 w 12192000"/>
              <a:gd name="connsiteY3" fmla="*/ 6017881 h 6017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017881">
                <a:moveTo>
                  <a:pt x="0" y="0"/>
                </a:moveTo>
                <a:lnTo>
                  <a:pt x="12192000" y="0"/>
                </a:lnTo>
                <a:lnTo>
                  <a:pt x="12192000" y="6017881"/>
                </a:lnTo>
                <a:lnTo>
                  <a:pt x="0" y="6017881"/>
                </a:lnTo>
                <a:close/>
              </a:path>
            </a:pathLst>
          </a:custGeom>
        </p:spPr>
      </p:pic>
      <p:pic>
        <p:nvPicPr>
          <p:cNvPr id="18" name="PA-原创小红书雷点PPT禁止盗用" descr="查看图片"/>
          <p:cNvPicPr>
            <a:picLocks noChangeAspect="1" noChangeArrowheads="1"/>
          </p:cNvPicPr>
          <p:nvPr>
            <p:custDataLst>
              <p:tags r:id="rId41"/>
            </p:custDataLst>
          </p:nvPr>
        </p:nvPicPr>
        <p:blipFill>
          <a:blip r:embed="rId38" cstate="screen"/>
          <a:srcRect/>
          <a:stretch>
            <a:fillRect/>
          </a:stretch>
        </p:blipFill>
        <p:spPr bwMode="auto">
          <a:xfrm rot="14782722">
            <a:off x="6241393" y="-1389367"/>
            <a:ext cx="67052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A-原创小红书雷点PPT禁止盗用" descr="查看图片"/>
          <p:cNvPicPr>
            <a:picLocks noChangeAspect="1" noChangeArrowheads="1"/>
          </p:cNvPicPr>
          <p:nvPr>
            <p:custDataLst>
              <p:tags r:id="rId42"/>
            </p:custDataLst>
          </p:nvPr>
        </p:nvPicPr>
        <p:blipFill>
          <a:blip r:embed="rId43" cstate="screen">
            <a:alphaModFix amt="35000"/>
          </a:blip>
          <a:srcRect/>
          <a:stretch>
            <a:fillRect/>
          </a:stretch>
        </p:blipFill>
        <p:spPr bwMode="auto">
          <a:xfrm rot="14187641">
            <a:off x="3407307" y="-635989"/>
            <a:ext cx="5483686" cy="5608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PA-原创小红书雷点PPT禁止盗用"/>
          <p:cNvSpPr/>
          <p:nvPr>
            <p:custDataLst>
              <p:tags r:id="rId44"/>
            </p:custDataLst>
          </p:nvPr>
        </p:nvSpPr>
        <p:spPr>
          <a:xfrm>
            <a:off x="1327" y="-97090"/>
            <a:ext cx="12192000" cy="6858000"/>
          </a:xfrm>
          <a:prstGeom prst="rect">
            <a:avLst/>
          </a:prstGeom>
          <a:gradFill flip="none" rotWithShape="1">
            <a:gsLst>
              <a:gs pos="36000">
                <a:srgbClr val="006BBB">
                  <a:lumMod val="0"/>
                  <a:lumOff val="100000"/>
                  <a:alpha val="0"/>
                </a:srgbClr>
              </a:gs>
              <a:gs pos="59000">
                <a:srgbClr val="006BBB">
                  <a:lumMod val="0"/>
                  <a:lumOff val="100000"/>
                  <a:alpha val="43000"/>
                </a:srgbClr>
              </a:gs>
              <a:gs pos="77000">
                <a:srgbClr val="006BBB">
                  <a:lumMod val="0"/>
                  <a:lumOff val="100000"/>
                  <a:alpha val="0"/>
                </a:srgbClr>
              </a:gs>
            </a:gsLst>
            <a:lin ang="5400000" scaled="1"/>
            <a:tileRect/>
          </a:gradFill>
          <a:ln w="0"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600" b="0" i="0" u="none" strike="noStrike" kern="1200" cap="none" spc="0" normalizeH="0" baseline="0" noProof="0">
              <a:ln>
                <a:noFill/>
              </a:ln>
              <a:solidFill>
                <a:srgbClr val="2D3847"/>
              </a:solidFill>
              <a:effectLst>
                <a:glow>
                  <a:srgbClr val="000000"/>
                </a:glow>
              </a:effectLst>
              <a:uLnTx/>
              <a:uFillTx/>
              <a:latin typeface="演示新手书" panose="00000500000000000000" pitchFamily="50" charset="-122"/>
              <a:ea typeface="演示新手书" panose="00000500000000000000" pitchFamily="50" charset="-122"/>
              <a:cs typeface="+mn-cs"/>
            </a:endParaRPr>
          </a:p>
        </p:txBody>
      </p:sp>
      <p:pic>
        <p:nvPicPr>
          <p:cNvPr id="6" name="PA-原创小红书雷点PPT禁止盗用" descr="查看图片"/>
          <p:cNvPicPr>
            <a:picLocks noChangeAspect="1" noChangeArrowheads="1"/>
          </p:cNvPicPr>
          <p:nvPr>
            <p:custDataLst>
              <p:tags r:id="rId45"/>
            </p:custDataLst>
          </p:nvPr>
        </p:nvPicPr>
        <p:blipFill>
          <a:blip r:embed="rId46" cstate="screen"/>
          <a:srcRect/>
          <a:stretch>
            <a:fillRect/>
          </a:stretch>
        </p:blipFill>
        <p:spPr bwMode="auto">
          <a:xfrm rot="20327991">
            <a:off x="-1118235" y="-299085"/>
            <a:ext cx="4064635" cy="2779395"/>
          </a:xfrm>
          <a:custGeom>
            <a:avLst/>
            <a:gdLst>
              <a:gd name="connsiteX0" fmla="*/ 1580257 w 6705262"/>
              <a:gd name="connsiteY0" fmla="*/ 0 h 4584651"/>
              <a:gd name="connsiteX1" fmla="*/ 6705262 w 6705262"/>
              <a:gd name="connsiteY1" fmla="*/ 1987873 h 4584651"/>
              <a:gd name="connsiteX2" fmla="*/ 6705262 w 6705262"/>
              <a:gd name="connsiteY2" fmla="*/ 4584651 h 4584651"/>
              <a:gd name="connsiteX3" fmla="*/ 0 w 6705262"/>
              <a:gd name="connsiteY3" fmla="*/ 4584651 h 4584651"/>
              <a:gd name="connsiteX4" fmla="*/ 0 w 6705262"/>
              <a:gd name="connsiteY4" fmla="*/ 4074113 h 4584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5262" h="4584651">
                <a:moveTo>
                  <a:pt x="1580257" y="0"/>
                </a:moveTo>
                <a:lnTo>
                  <a:pt x="6705262" y="1987873"/>
                </a:lnTo>
                <a:lnTo>
                  <a:pt x="6705262" y="4584651"/>
                </a:lnTo>
                <a:lnTo>
                  <a:pt x="0" y="4584651"/>
                </a:lnTo>
                <a:lnTo>
                  <a:pt x="0" y="40741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A-原创小红书雷点PPT禁止盗用"/>
          <p:cNvPicPr/>
          <p:nvPr>
            <p:custDataLst>
              <p:tags r:id="rId47"/>
            </p:custDataLst>
          </p:nvPr>
        </p:nvPicPr>
        <p:blipFill>
          <a:blip r:embed="rId48" r:link="rId49" cstate="screen">
            <a:alphaModFix amt="85000"/>
          </a:blip>
          <a:stretch>
            <a:fillRect/>
          </a:stretch>
        </p:blipFill>
        <p:spPr>
          <a:xfrm rot="15635285">
            <a:off x="1472231" y="-1120064"/>
            <a:ext cx="4148629" cy="4243130"/>
          </a:xfrm>
          <a:prstGeom prst="rect">
            <a:avLst/>
          </a:prstGeom>
        </p:spPr>
      </p:pic>
      <p:pic>
        <p:nvPicPr>
          <p:cNvPr id="47" name="PA-原创小红书雷点PPT禁止盗用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 cstate="screen"/>
          <a:srcRect/>
          <a:stretch>
            <a:fillRect/>
          </a:stretch>
        </p:blipFill>
        <p:spPr>
          <a:xfrm>
            <a:off x="0" y="2187408"/>
            <a:ext cx="12192000" cy="4670592"/>
          </a:xfrm>
          <a:custGeom>
            <a:avLst/>
            <a:gdLst>
              <a:gd name="connsiteX0" fmla="*/ 0 w 12192000"/>
              <a:gd name="connsiteY0" fmla="*/ 0 h 4670592"/>
              <a:gd name="connsiteX1" fmla="*/ 12192000 w 12192000"/>
              <a:gd name="connsiteY1" fmla="*/ 0 h 4670592"/>
              <a:gd name="connsiteX2" fmla="*/ 12192000 w 12192000"/>
              <a:gd name="connsiteY2" fmla="*/ 4670592 h 4670592"/>
              <a:gd name="connsiteX3" fmla="*/ 0 w 12192000"/>
              <a:gd name="connsiteY3" fmla="*/ 4670592 h 467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670592">
                <a:moveTo>
                  <a:pt x="0" y="0"/>
                </a:moveTo>
                <a:lnTo>
                  <a:pt x="12192000" y="0"/>
                </a:lnTo>
                <a:lnTo>
                  <a:pt x="12192000" y="4670592"/>
                </a:lnTo>
                <a:lnTo>
                  <a:pt x="0" y="4670592"/>
                </a:lnTo>
                <a:close/>
              </a:path>
            </a:pathLst>
          </a:custGeom>
        </p:spPr>
      </p:pic>
      <p:pic>
        <p:nvPicPr>
          <p:cNvPr id="45" name="PA-原创小红书雷点PPT禁止盗用" descr="查看图片"/>
          <p:cNvPicPr>
            <a:picLocks noChangeAspect="1" noChangeArrowheads="1"/>
          </p:cNvPicPr>
          <p:nvPr>
            <p:custDataLst>
              <p:tags r:id="rId52"/>
            </p:custDataLst>
          </p:nvPr>
        </p:nvPicPr>
        <p:blipFill>
          <a:blip r:embed="rId53" cstate="screen">
            <a:alphaModFix amt="43000"/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3634722"/>
            <a:ext cx="12192000" cy="3223278"/>
          </a:xfrm>
          <a:custGeom>
            <a:avLst/>
            <a:gdLst>
              <a:gd name="connsiteX0" fmla="*/ 0 w 12062792"/>
              <a:gd name="connsiteY0" fmla="*/ 0 h 3223278"/>
              <a:gd name="connsiteX1" fmla="*/ 12062792 w 12062792"/>
              <a:gd name="connsiteY1" fmla="*/ 0 h 3223278"/>
              <a:gd name="connsiteX2" fmla="*/ 12062792 w 12062792"/>
              <a:gd name="connsiteY2" fmla="*/ 3223278 h 3223278"/>
              <a:gd name="connsiteX3" fmla="*/ 0 w 12062792"/>
              <a:gd name="connsiteY3" fmla="*/ 3223278 h 3223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62792" h="3223278">
                <a:moveTo>
                  <a:pt x="0" y="0"/>
                </a:moveTo>
                <a:lnTo>
                  <a:pt x="12062792" y="0"/>
                </a:lnTo>
                <a:lnTo>
                  <a:pt x="12062792" y="3223278"/>
                </a:lnTo>
                <a:lnTo>
                  <a:pt x="0" y="322327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A-原创小红书雷点PPT禁止盗用" descr="查看图片"/>
          <p:cNvPicPr>
            <a:picLocks noChangeAspect="1" noChangeArrowheads="1"/>
          </p:cNvPicPr>
          <p:nvPr>
            <p:custDataLst>
              <p:tags r:id="rId55"/>
            </p:custDataLst>
          </p:nvPr>
        </p:nvPicPr>
        <p:blipFill>
          <a:blip r:embed="rId56" cstate="screen"/>
          <a:srcRect/>
          <a:stretch>
            <a:fillRect/>
          </a:stretch>
        </p:blipFill>
        <p:spPr bwMode="auto">
          <a:xfrm>
            <a:off x="352623" y="-736404"/>
            <a:ext cx="12192000" cy="6670797"/>
          </a:xfrm>
          <a:custGeom>
            <a:avLst/>
            <a:gdLst>
              <a:gd name="connsiteX0" fmla="*/ 0 w 12192000"/>
              <a:gd name="connsiteY0" fmla="*/ 0 h 6670797"/>
              <a:gd name="connsiteX1" fmla="*/ 12192000 w 12192000"/>
              <a:gd name="connsiteY1" fmla="*/ 0 h 6670797"/>
              <a:gd name="connsiteX2" fmla="*/ 12192000 w 12192000"/>
              <a:gd name="connsiteY2" fmla="*/ 6670797 h 6670797"/>
              <a:gd name="connsiteX3" fmla="*/ 0 w 12192000"/>
              <a:gd name="connsiteY3" fmla="*/ 6670797 h 6670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670797">
                <a:moveTo>
                  <a:pt x="0" y="0"/>
                </a:moveTo>
                <a:lnTo>
                  <a:pt x="12192000" y="0"/>
                </a:lnTo>
                <a:lnTo>
                  <a:pt x="12192000" y="6670797"/>
                </a:lnTo>
                <a:lnTo>
                  <a:pt x="0" y="667079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A-原创小红书雷点PPT禁止盗用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7" y="3953148"/>
            <a:ext cx="12248256" cy="2932430"/>
          </a:xfrm>
          <a:prstGeom prst="rect">
            <a:avLst/>
          </a:prstGeom>
        </p:spPr>
      </p:pic>
      <p:pic>
        <p:nvPicPr>
          <p:cNvPr id="3090" name="PA-原创小红书雷点PPT禁止盗用" descr="查看图片"/>
          <p:cNvPicPr>
            <a:picLocks noChangeAspect="1" noChangeArrowheads="1"/>
          </p:cNvPicPr>
          <p:nvPr>
            <p:custDataLst>
              <p:tags r:id="rId60"/>
            </p:custDataLst>
          </p:nvPr>
        </p:nvPicPr>
        <p:blipFill>
          <a:blip r:embed="rId61">
            <a:alphaModFix amt="59000"/>
          </a:blip>
          <a:srcRect/>
          <a:stretch>
            <a:fillRect/>
          </a:stretch>
        </p:blipFill>
        <p:spPr bwMode="auto">
          <a:xfrm>
            <a:off x="952205" y="350366"/>
            <a:ext cx="8762360" cy="564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A-原创小红书雷点PPT禁止盗用" descr="查看图片"/>
          <p:cNvPicPr>
            <a:picLocks noChangeAspect="1" noChangeArrowheads="1"/>
          </p:cNvPicPr>
          <p:nvPr>
            <p:custDataLst>
              <p:tags r:id="rId62"/>
            </p:custDataLst>
          </p:nvPr>
        </p:nvPicPr>
        <p:blipFill>
          <a:blip r:embed="rId63" cstate="screen"/>
          <a:srcRect/>
          <a:stretch>
            <a:fillRect/>
          </a:stretch>
        </p:blipFill>
        <p:spPr bwMode="auto">
          <a:xfrm rot="4083698">
            <a:off x="-568476" y="-15928"/>
            <a:ext cx="5781712" cy="530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A-原创小红书雷点PPT禁止盗用"/>
          <p:cNvPicPr/>
          <p:nvPr>
            <p:custDataLst>
              <p:tags r:id="rId64"/>
            </p:custDataLst>
          </p:nvPr>
        </p:nvPicPr>
        <p:blipFill>
          <a:blip r:embed="rId48" r:link="rId49" cstate="screen">
            <a:alphaModFix amt="50000"/>
          </a:blip>
          <a:stretch>
            <a:fillRect/>
          </a:stretch>
        </p:blipFill>
        <p:spPr>
          <a:xfrm rot="15635285">
            <a:off x="4885753" y="158256"/>
            <a:ext cx="4148629" cy="4243130"/>
          </a:xfrm>
          <a:prstGeom prst="rect">
            <a:avLst/>
          </a:prstGeom>
        </p:spPr>
      </p:pic>
      <p:pic>
        <p:nvPicPr>
          <p:cNvPr id="40" name="PA-原创小红书雷点PPT禁止盗用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lum bright="70000" contrast="-70000"/>
          </a:blip>
          <a:stretch>
            <a:fillRect/>
          </a:stretch>
        </p:blipFill>
        <p:spPr>
          <a:xfrm>
            <a:off x="3061690" y="-805819"/>
            <a:ext cx="1340103" cy="2257956"/>
          </a:xfrm>
          <a:prstGeom prst="rect">
            <a:avLst/>
          </a:prstGeom>
        </p:spPr>
      </p:pic>
      <p:sp>
        <p:nvSpPr>
          <p:cNvPr id="70" name="PA-原创小红书雷点PPT禁止盗用"/>
          <p:cNvSpPr/>
          <p:nvPr>
            <p:custDataLst>
              <p:tags r:id="rId67"/>
            </p:custDataLst>
          </p:nvPr>
        </p:nvSpPr>
        <p:spPr>
          <a:xfrm>
            <a:off x="4560773" y="3380664"/>
            <a:ext cx="3070454" cy="3070454"/>
          </a:xfrm>
          <a:prstGeom prst="ellipse">
            <a:avLst/>
          </a:prstGeom>
          <a:gradFill flip="none" rotWithShape="1">
            <a:gsLst>
              <a:gs pos="63000">
                <a:srgbClr val="198FBE">
                  <a:alpha val="0"/>
                  <a:lumMod val="0"/>
                  <a:lumOff val="100000"/>
                </a:srgbClr>
              </a:gs>
              <a:gs pos="0">
                <a:srgbClr val="006BBB">
                  <a:lumMod val="0"/>
                  <a:lumOff val="100000"/>
                  <a:alpha val="58000"/>
                </a:srgbClr>
              </a:gs>
            </a:gsLst>
            <a:path path="circle">
              <a:fillToRect l="50000" t="50000" r="50000" b="50000"/>
            </a:path>
            <a:tileRect/>
          </a:gradFill>
          <a:ln w="0"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600" b="0" i="0" u="none" strike="noStrike" kern="1200" cap="none" spc="0" normalizeH="0" baseline="0" noProof="0">
              <a:ln>
                <a:noFill/>
              </a:ln>
              <a:solidFill>
                <a:srgbClr val="2D3847"/>
              </a:solidFill>
              <a:effectLst>
                <a:glow>
                  <a:srgbClr val="000000"/>
                </a:glow>
              </a:effectLst>
              <a:uLnTx/>
              <a:uFillTx/>
              <a:latin typeface="演示新手书" panose="00000500000000000000" pitchFamily="50" charset="-122"/>
              <a:ea typeface="演示新手书" panose="00000500000000000000" pitchFamily="50" charset="-122"/>
              <a:cs typeface="+mn-cs"/>
            </a:endParaRPr>
          </a:p>
        </p:txBody>
      </p:sp>
      <p:pic>
        <p:nvPicPr>
          <p:cNvPr id="22" name="PA-原创小红书雷点PPT禁止盗用" descr="查看图片"/>
          <p:cNvPicPr>
            <a:picLocks noChangeAspect="1" noChangeArrowheads="1"/>
          </p:cNvPicPr>
          <p:nvPr>
            <p:custDataLst>
              <p:tags r:id="rId68"/>
            </p:custDataLst>
          </p:nvPr>
        </p:nvPicPr>
        <p:blipFill>
          <a:blip r:embed="rId69" cstate="screen">
            <a:alphaModFix amt="50000"/>
          </a:blip>
          <a:srcRect/>
          <a:stretch>
            <a:fillRect/>
          </a:stretch>
        </p:blipFill>
        <p:spPr bwMode="auto">
          <a:xfrm rot="14187641">
            <a:off x="1522095" y="-474345"/>
            <a:ext cx="2477770" cy="253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A-原创小红书雷点PPT禁止盗用"/>
          <p:cNvPicPr>
            <a:picLocks noChangeAspect="1"/>
          </p:cNvPicPr>
          <p:nvPr>
            <p:custDataLst>
              <p:tags r:id="rId70"/>
            </p:custDataLst>
          </p:nvPr>
        </p:nvPicPr>
        <p:blipFill>
          <a:blip r:embed="rId66">
            <a:lum bright="70000" contrast="-70000"/>
          </a:blip>
          <a:stretch>
            <a:fillRect/>
          </a:stretch>
        </p:blipFill>
        <p:spPr>
          <a:xfrm>
            <a:off x="760175" y="912907"/>
            <a:ext cx="1207826" cy="2035080"/>
          </a:xfrm>
          <a:prstGeom prst="rect">
            <a:avLst/>
          </a:prstGeom>
        </p:spPr>
      </p:pic>
      <p:pic>
        <p:nvPicPr>
          <p:cNvPr id="1028" name="PA-原创小红书雷点PPT禁止盗用"/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66">
            <a:lum bright="70000" contrast="-70000"/>
          </a:blip>
          <a:stretch>
            <a:fillRect/>
          </a:stretch>
        </p:blipFill>
        <p:spPr>
          <a:xfrm>
            <a:off x="4749210" y="1173801"/>
            <a:ext cx="1207826" cy="2035080"/>
          </a:xfrm>
          <a:prstGeom prst="rect">
            <a:avLst/>
          </a:prstGeom>
        </p:spPr>
      </p:pic>
      <p:grpSp>
        <p:nvGrpSpPr>
          <p:cNvPr id="10" name="PA-原创小红书雷点PPT禁止盗用"/>
          <p:cNvGrpSpPr/>
          <p:nvPr>
            <p:custDataLst>
              <p:tags r:id="rId72"/>
            </p:custDataLst>
          </p:nvPr>
        </p:nvGrpSpPr>
        <p:grpSpPr>
          <a:xfrm>
            <a:off x="2545427" y="994453"/>
            <a:ext cx="745879" cy="4583676"/>
            <a:chOff x="9706094" y="-2412558"/>
            <a:chExt cx="886952" cy="4583676"/>
          </a:xfrm>
        </p:grpSpPr>
        <p:sp>
          <p:nvSpPr>
            <p:cNvPr id="122" name="PA-方能演亦33"/>
            <p:cNvSpPr/>
            <p:nvPr>
              <p:custDataLst>
                <p:tags r:id="rId73"/>
              </p:custDataLst>
            </p:nvPr>
          </p:nvSpPr>
          <p:spPr>
            <a:xfrm>
              <a:off x="9706094" y="2134923"/>
              <a:ext cx="36195" cy="36195"/>
            </a:xfrm>
            <a:custGeom>
              <a:avLst/>
              <a:gdLst>
                <a:gd name="connsiteX0" fmla="*/ 118300 w 118300"/>
                <a:gd name="connsiteY0" fmla="*/ 59150 h 118300"/>
                <a:gd name="connsiteX1" fmla="*/ 59150 w 118300"/>
                <a:gd name="connsiteY1" fmla="*/ 118301 h 118300"/>
                <a:gd name="connsiteX2" fmla="*/ 0 w 118300"/>
                <a:gd name="connsiteY2" fmla="*/ 59150 h 118300"/>
                <a:gd name="connsiteX3" fmla="*/ 59150 w 118300"/>
                <a:gd name="connsiteY3" fmla="*/ 0 h 118300"/>
                <a:gd name="connsiteX4" fmla="*/ 118300 w 118300"/>
                <a:gd name="connsiteY4" fmla="*/ 59150 h 11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00" h="118300">
                  <a:moveTo>
                    <a:pt x="118300" y="59150"/>
                  </a:moveTo>
                  <a:cubicBezTo>
                    <a:pt x="118300" y="91818"/>
                    <a:pt x="91818" y="118301"/>
                    <a:pt x="59150" y="118301"/>
                  </a:cubicBezTo>
                  <a:cubicBezTo>
                    <a:pt x="26482" y="118301"/>
                    <a:pt x="0" y="91818"/>
                    <a:pt x="0" y="59150"/>
                  </a:cubicBezTo>
                  <a:cubicBezTo>
                    <a:pt x="0" y="26482"/>
                    <a:pt x="26482" y="0"/>
                    <a:pt x="59150" y="0"/>
                  </a:cubicBezTo>
                  <a:cubicBezTo>
                    <a:pt x="91818" y="0"/>
                    <a:pt x="118300" y="26482"/>
                    <a:pt x="118300" y="5915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4FFFF">
                    <a:alpha val="77000"/>
                  </a:srgbClr>
                </a:gs>
                <a:gs pos="66000">
                  <a:srgbClr val="24FFFF">
                    <a:alpha val="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 sz="16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" name="PA-文本框 7"/>
            <p:cNvSpPr txBox="1"/>
            <p:nvPr>
              <p:custDataLst>
                <p:tags r:id="rId74"/>
              </p:custDataLst>
            </p:nvPr>
          </p:nvSpPr>
          <p:spPr>
            <a:xfrm>
              <a:off x="10442026" y="-2404286"/>
              <a:ext cx="151020" cy="3016250"/>
            </a:xfrm>
            <a:prstGeom prst="rect">
              <a:avLst/>
            </a:prstGeom>
            <a:noFill/>
            <a:effectLst/>
            <a:scene3d>
              <a:camera prst="perspectiveLeft"/>
              <a:lightRig rig="brightRoom" dir="t"/>
            </a:scene3d>
          </p:spPr>
          <p:txBody>
            <a:bodyPr wrap="none" lIns="0" tIns="0" rIns="0" bIns="0">
              <a:spAutoFit/>
              <a:scene3d>
                <a:camera prst="orthographicFront"/>
                <a:lightRig rig="brightRoom" dir="t"/>
              </a:scene3d>
              <a:sp3d contourW="12700" prstMaterial="softEdge">
                <a:bevelT w="0" h="0"/>
                <a:bevelB w="69850" h="260350"/>
                <a:contourClr>
                  <a:schemeClr val="bg1"/>
                </a:contourClr>
              </a:sp3d>
            </a:bodyPr>
            <a:lstStyle/>
            <a:p>
              <a:pPr algn="ctr"/>
              <a:endParaRPr lang="zh-CN" altLang="en-US" sz="196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3783FF">
                      <a:alpha val="40000"/>
                    </a:srgbClr>
                  </a:outerShdw>
                </a:effectLst>
                <a:latin typeface="演示流云楷" panose="02000600000000000000" pitchFamily="2" charset="-122"/>
                <a:ea typeface="演示流云楷" panose="02000600000000000000" pitchFamily="2" charset="-122"/>
                <a:cs typeface="演示流云楷" panose="02000600000000000000" pitchFamily="2" charset="-122"/>
                <a:sym typeface="演示光芒体" panose="02000600000000000000" pitchFamily="2" charset="-122"/>
              </a:endParaRPr>
            </a:p>
          </p:txBody>
        </p:sp>
        <p:sp>
          <p:nvSpPr>
            <p:cNvPr id="4" name="PA-文本框 3"/>
            <p:cNvSpPr txBox="1"/>
            <p:nvPr>
              <p:custDataLst>
                <p:tags r:id="rId75"/>
              </p:custDataLst>
            </p:nvPr>
          </p:nvSpPr>
          <p:spPr>
            <a:xfrm>
              <a:off x="10337613" y="-2412558"/>
              <a:ext cx="151020" cy="3046730"/>
            </a:xfrm>
            <a:prstGeom prst="rect">
              <a:avLst/>
            </a:prstGeom>
            <a:noFill/>
            <a:effectLst/>
            <a:scene3d>
              <a:camera prst="perspectiveLeft"/>
              <a:lightRig rig="brightRoom" dir="t"/>
            </a:scene3d>
          </p:spPr>
          <p:txBody>
            <a:bodyPr wrap="none" lIns="0" tIns="0" rIns="0" bIns="0">
              <a:spAutoFit/>
              <a:scene3d>
                <a:camera prst="orthographicFront"/>
                <a:lightRig rig="brightRoom" dir="t"/>
              </a:scene3d>
              <a:sp3d contourW="12700" prstMaterial="softEdge">
                <a:bevelT w="0" h="0"/>
                <a:bevelB w="0" h="0"/>
                <a:contourClr>
                  <a:schemeClr val="bg1"/>
                </a:contourClr>
              </a:sp3d>
            </a:bodyPr>
            <a:lstStyle/>
            <a:p>
              <a:pPr algn="ctr"/>
              <a:endParaRPr lang="zh-CN" altLang="en-US" sz="19800" dirty="0">
                <a:gradFill flip="none" rotWithShape="1">
                  <a:gsLst>
                    <a:gs pos="22000">
                      <a:srgbClr val="1A5BC4"/>
                    </a:gs>
                    <a:gs pos="91000">
                      <a:srgbClr val="111871"/>
                    </a:gs>
                  </a:gsLst>
                  <a:lin ang="2700000" scaled="1"/>
                  <a:tileRect/>
                </a:gradFill>
                <a:latin typeface="演示流云楷" panose="02000600000000000000" pitchFamily="2" charset="-122"/>
                <a:ea typeface="演示流云楷" panose="02000600000000000000" pitchFamily="2" charset="-122"/>
                <a:cs typeface="演示流云楷" panose="02000600000000000000" pitchFamily="2" charset="-122"/>
                <a:sym typeface="演示光芒体" panose="02000600000000000000" pitchFamily="2" charset="-122"/>
              </a:endParaRPr>
            </a:p>
          </p:txBody>
        </p:sp>
      </p:grpSp>
      <p:grpSp>
        <p:nvGrpSpPr>
          <p:cNvPr id="11" name="PA-原创小红书雷点PPT禁止盗用"/>
          <p:cNvGrpSpPr/>
          <p:nvPr>
            <p:custDataLst>
              <p:tags r:id="rId76"/>
            </p:custDataLst>
          </p:nvPr>
        </p:nvGrpSpPr>
        <p:grpSpPr>
          <a:xfrm>
            <a:off x="4400191" y="1008598"/>
            <a:ext cx="745879" cy="4593220"/>
            <a:chOff x="9706094" y="-2422102"/>
            <a:chExt cx="886952" cy="4593220"/>
          </a:xfrm>
        </p:grpSpPr>
        <p:sp>
          <p:nvSpPr>
            <p:cNvPr id="12" name="PA-方能演亦33"/>
            <p:cNvSpPr/>
            <p:nvPr>
              <p:custDataLst>
                <p:tags r:id="rId77"/>
              </p:custDataLst>
            </p:nvPr>
          </p:nvSpPr>
          <p:spPr>
            <a:xfrm>
              <a:off x="9706094" y="2134923"/>
              <a:ext cx="36195" cy="36195"/>
            </a:xfrm>
            <a:custGeom>
              <a:avLst/>
              <a:gdLst>
                <a:gd name="connsiteX0" fmla="*/ 118300 w 118300"/>
                <a:gd name="connsiteY0" fmla="*/ 59150 h 118300"/>
                <a:gd name="connsiteX1" fmla="*/ 59150 w 118300"/>
                <a:gd name="connsiteY1" fmla="*/ 118301 h 118300"/>
                <a:gd name="connsiteX2" fmla="*/ 0 w 118300"/>
                <a:gd name="connsiteY2" fmla="*/ 59150 h 118300"/>
                <a:gd name="connsiteX3" fmla="*/ 59150 w 118300"/>
                <a:gd name="connsiteY3" fmla="*/ 0 h 118300"/>
                <a:gd name="connsiteX4" fmla="*/ 118300 w 118300"/>
                <a:gd name="connsiteY4" fmla="*/ 59150 h 11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00" h="118300">
                  <a:moveTo>
                    <a:pt x="118300" y="59150"/>
                  </a:moveTo>
                  <a:cubicBezTo>
                    <a:pt x="118300" y="91818"/>
                    <a:pt x="91818" y="118301"/>
                    <a:pt x="59150" y="118301"/>
                  </a:cubicBezTo>
                  <a:cubicBezTo>
                    <a:pt x="26482" y="118301"/>
                    <a:pt x="0" y="91818"/>
                    <a:pt x="0" y="59150"/>
                  </a:cubicBezTo>
                  <a:cubicBezTo>
                    <a:pt x="0" y="26482"/>
                    <a:pt x="26482" y="0"/>
                    <a:pt x="59150" y="0"/>
                  </a:cubicBezTo>
                  <a:cubicBezTo>
                    <a:pt x="91818" y="0"/>
                    <a:pt x="118300" y="26482"/>
                    <a:pt x="118300" y="5915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4FFFF">
                    <a:alpha val="77000"/>
                  </a:srgbClr>
                </a:gs>
                <a:gs pos="66000">
                  <a:srgbClr val="24FFFF">
                    <a:alpha val="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 sz="16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" name="PA-文本框 12"/>
            <p:cNvSpPr txBox="1"/>
            <p:nvPr>
              <p:custDataLst>
                <p:tags r:id="rId78"/>
              </p:custDataLst>
            </p:nvPr>
          </p:nvSpPr>
          <p:spPr>
            <a:xfrm>
              <a:off x="10442026" y="-2404286"/>
              <a:ext cx="151020" cy="2923540"/>
            </a:xfrm>
            <a:prstGeom prst="rect">
              <a:avLst/>
            </a:prstGeom>
            <a:noFill/>
            <a:effectLst/>
            <a:scene3d>
              <a:camera prst="perspectiveLeft"/>
              <a:lightRig rig="brightRoom" dir="t"/>
            </a:scene3d>
          </p:spPr>
          <p:txBody>
            <a:bodyPr wrap="none" lIns="0" tIns="0" rIns="0" bIns="0">
              <a:spAutoFit/>
              <a:scene3d>
                <a:camera prst="orthographicFront"/>
                <a:lightRig rig="brightRoom" dir="t"/>
              </a:scene3d>
              <a:sp3d contourW="12700" prstMaterial="softEdge">
                <a:bevelT w="0" h="0"/>
                <a:bevelB w="69850" h="260350"/>
                <a:contourClr>
                  <a:schemeClr val="bg1"/>
                </a:contourClr>
              </a:sp3d>
            </a:bodyPr>
            <a:lstStyle/>
            <a:p>
              <a:pPr algn="ctr"/>
              <a:endParaRPr lang="zh-CN" altLang="en-US" sz="190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3783FF">
                      <a:alpha val="40000"/>
                    </a:srgbClr>
                  </a:outerShdw>
                </a:effectLst>
                <a:latin typeface="演示流云楷" panose="02000600000000000000" pitchFamily="2" charset="-122"/>
                <a:ea typeface="演示流云楷" panose="02000600000000000000" pitchFamily="2" charset="-122"/>
                <a:cs typeface="演示流云楷" panose="02000600000000000000" pitchFamily="2" charset="-122"/>
                <a:sym typeface="演示光芒体" panose="02000600000000000000" pitchFamily="2" charset="-122"/>
              </a:endParaRPr>
            </a:p>
          </p:txBody>
        </p:sp>
        <p:sp>
          <p:nvSpPr>
            <p:cNvPr id="16" name="PA-文本框 15"/>
            <p:cNvSpPr txBox="1"/>
            <p:nvPr>
              <p:custDataLst>
                <p:tags r:id="rId79"/>
              </p:custDataLst>
            </p:nvPr>
          </p:nvSpPr>
          <p:spPr>
            <a:xfrm>
              <a:off x="10317947" y="-2422102"/>
              <a:ext cx="151020" cy="2954655"/>
            </a:xfrm>
            <a:prstGeom prst="rect">
              <a:avLst/>
            </a:prstGeom>
            <a:noFill/>
            <a:effectLst/>
            <a:scene3d>
              <a:camera prst="perspectiveLeft"/>
              <a:lightRig rig="brightRoom" dir="t"/>
            </a:scene3d>
          </p:spPr>
          <p:txBody>
            <a:bodyPr wrap="none" lIns="0" tIns="0" rIns="0" bIns="0">
              <a:spAutoFit/>
              <a:scene3d>
                <a:camera prst="orthographicFront"/>
                <a:lightRig rig="brightRoom" dir="t"/>
              </a:scene3d>
              <a:sp3d contourW="12700" prstMaterial="softEdge">
                <a:bevelT w="0" h="0"/>
                <a:bevelB w="0" h="0"/>
                <a:contourClr>
                  <a:schemeClr val="bg1"/>
                </a:contourClr>
              </a:sp3d>
            </a:bodyPr>
            <a:lstStyle/>
            <a:p>
              <a:pPr algn="ctr"/>
              <a:endParaRPr lang="zh-CN" altLang="en-US" sz="19200" dirty="0">
                <a:gradFill flip="none" rotWithShape="1">
                  <a:gsLst>
                    <a:gs pos="22000">
                      <a:srgbClr val="1A5BC4"/>
                    </a:gs>
                    <a:gs pos="91000">
                      <a:srgbClr val="111871"/>
                    </a:gs>
                  </a:gsLst>
                  <a:lin ang="2700000" scaled="1"/>
                  <a:tileRect/>
                </a:gradFill>
                <a:latin typeface="演示流云楷" panose="02000600000000000000" pitchFamily="2" charset="-122"/>
                <a:ea typeface="演示流云楷" panose="02000600000000000000" pitchFamily="2" charset="-122"/>
                <a:cs typeface="演示流云楷" panose="02000600000000000000" pitchFamily="2" charset="-122"/>
                <a:sym typeface="演示光芒体" panose="02000600000000000000" pitchFamily="2" charset="-122"/>
              </a:endParaRPr>
            </a:p>
          </p:txBody>
        </p:sp>
      </p:grpSp>
      <p:grpSp>
        <p:nvGrpSpPr>
          <p:cNvPr id="31" name="PA-原创小红书雷点PPT禁止盗用"/>
          <p:cNvGrpSpPr/>
          <p:nvPr>
            <p:custDataLst>
              <p:tags r:id="rId80"/>
            </p:custDataLst>
          </p:nvPr>
        </p:nvGrpSpPr>
        <p:grpSpPr>
          <a:xfrm>
            <a:off x="830810" y="825220"/>
            <a:ext cx="745877" cy="4602984"/>
            <a:chOff x="9706094" y="-2431866"/>
            <a:chExt cx="886949" cy="4602984"/>
          </a:xfrm>
        </p:grpSpPr>
        <p:sp>
          <p:nvSpPr>
            <p:cNvPr id="33" name="PA-方能演亦33"/>
            <p:cNvSpPr/>
            <p:nvPr>
              <p:custDataLst>
                <p:tags r:id="rId81"/>
              </p:custDataLst>
            </p:nvPr>
          </p:nvSpPr>
          <p:spPr>
            <a:xfrm>
              <a:off x="9706094" y="2134923"/>
              <a:ext cx="36195" cy="36195"/>
            </a:xfrm>
            <a:custGeom>
              <a:avLst/>
              <a:gdLst>
                <a:gd name="connsiteX0" fmla="*/ 118300 w 118300"/>
                <a:gd name="connsiteY0" fmla="*/ 59150 h 118300"/>
                <a:gd name="connsiteX1" fmla="*/ 59150 w 118300"/>
                <a:gd name="connsiteY1" fmla="*/ 118301 h 118300"/>
                <a:gd name="connsiteX2" fmla="*/ 0 w 118300"/>
                <a:gd name="connsiteY2" fmla="*/ 59150 h 118300"/>
                <a:gd name="connsiteX3" fmla="*/ 59150 w 118300"/>
                <a:gd name="connsiteY3" fmla="*/ 0 h 118300"/>
                <a:gd name="connsiteX4" fmla="*/ 118300 w 118300"/>
                <a:gd name="connsiteY4" fmla="*/ 59150 h 11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00" h="118300">
                  <a:moveTo>
                    <a:pt x="118300" y="59150"/>
                  </a:moveTo>
                  <a:cubicBezTo>
                    <a:pt x="118300" y="91818"/>
                    <a:pt x="91818" y="118301"/>
                    <a:pt x="59150" y="118301"/>
                  </a:cubicBezTo>
                  <a:cubicBezTo>
                    <a:pt x="26482" y="118301"/>
                    <a:pt x="0" y="91818"/>
                    <a:pt x="0" y="59150"/>
                  </a:cubicBezTo>
                  <a:cubicBezTo>
                    <a:pt x="0" y="26482"/>
                    <a:pt x="26482" y="0"/>
                    <a:pt x="59150" y="0"/>
                  </a:cubicBezTo>
                  <a:cubicBezTo>
                    <a:pt x="91818" y="0"/>
                    <a:pt x="118300" y="26482"/>
                    <a:pt x="118300" y="5915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4FFFF">
                    <a:alpha val="77000"/>
                  </a:srgbClr>
                </a:gs>
                <a:gs pos="66000">
                  <a:srgbClr val="24FFFF">
                    <a:alpha val="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 sz="16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34" name="PA-文本框 33"/>
            <p:cNvSpPr txBox="1"/>
            <p:nvPr>
              <p:custDataLst>
                <p:tags r:id="rId82"/>
              </p:custDataLst>
            </p:nvPr>
          </p:nvSpPr>
          <p:spPr>
            <a:xfrm>
              <a:off x="10442023" y="-2404286"/>
              <a:ext cx="151020" cy="3431540"/>
            </a:xfrm>
            <a:prstGeom prst="rect">
              <a:avLst/>
            </a:prstGeom>
            <a:noFill/>
            <a:effectLst/>
            <a:scene3d>
              <a:camera prst="perspectiveLeft"/>
              <a:lightRig rig="brightRoom" dir="t"/>
            </a:scene3d>
          </p:spPr>
          <p:txBody>
            <a:bodyPr wrap="none" lIns="0" tIns="0" rIns="0" bIns="0">
              <a:spAutoFit/>
              <a:scene3d>
                <a:camera prst="orthographicFront"/>
                <a:lightRig rig="brightRoom" dir="t"/>
              </a:scene3d>
              <a:sp3d contourW="12700" prstMaterial="softEdge">
                <a:bevelT w="0" h="0"/>
                <a:bevelB w="69850" h="260350"/>
                <a:contourClr>
                  <a:schemeClr val="bg1"/>
                </a:contourClr>
              </a:sp3d>
            </a:bodyPr>
            <a:lstStyle/>
            <a:p>
              <a:pPr algn="ctr"/>
              <a:endParaRPr lang="zh-CN" altLang="en-US" sz="223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3783FF">
                      <a:alpha val="40000"/>
                    </a:srgbClr>
                  </a:outerShdw>
                </a:effectLst>
                <a:latin typeface="演示流云楷" panose="02000600000000000000" pitchFamily="2" charset="-122"/>
                <a:ea typeface="演示流云楷" panose="02000600000000000000" pitchFamily="2" charset="-122"/>
                <a:cs typeface="演示流云楷" panose="02000600000000000000" pitchFamily="2" charset="-122"/>
                <a:sym typeface="演示光芒体" panose="02000600000000000000" pitchFamily="2" charset="-122"/>
              </a:endParaRPr>
            </a:p>
          </p:txBody>
        </p:sp>
        <p:sp>
          <p:nvSpPr>
            <p:cNvPr id="35" name="PA-文本框 34"/>
            <p:cNvSpPr txBox="1"/>
            <p:nvPr>
              <p:custDataLst>
                <p:tags r:id="rId83"/>
              </p:custDataLst>
            </p:nvPr>
          </p:nvSpPr>
          <p:spPr>
            <a:xfrm>
              <a:off x="10321228" y="-2431866"/>
              <a:ext cx="151020" cy="3462020"/>
            </a:xfrm>
            <a:prstGeom prst="rect">
              <a:avLst/>
            </a:prstGeom>
            <a:noFill/>
            <a:effectLst/>
            <a:scene3d>
              <a:camera prst="perspectiveLeft"/>
              <a:lightRig rig="brightRoom" dir="t"/>
            </a:scene3d>
          </p:spPr>
          <p:txBody>
            <a:bodyPr wrap="none" lIns="0" tIns="0" rIns="0" bIns="0">
              <a:spAutoFit/>
              <a:scene3d>
                <a:camera prst="orthographicFront"/>
                <a:lightRig rig="brightRoom" dir="t"/>
              </a:scene3d>
              <a:sp3d contourW="12700" prstMaterial="softEdge">
                <a:bevelT w="0" h="0"/>
                <a:bevelB w="0" h="0"/>
                <a:contourClr>
                  <a:schemeClr val="bg1"/>
                </a:contourClr>
              </a:sp3d>
            </a:bodyPr>
            <a:lstStyle/>
            <a:p>
              <a:pPr algn="ctr"/>
              <a:endParaRPr lang="zh-CN" altLang="en-US" sz="22500" dirty="0">
                <a:gradFill flip="none" rotWithShape="1">
                  <a:gsLst>
                    <a:gs pos="89688">
                      <a:srgbClr val="D65700"/>
                    </a:gs>
                    <a:gs pos="54000">
                      <a:srgbClr val="FF8633"/>
                    </a:gs>
                    <a:gs pos="11000">
                      <a:schemeClr val="accent4">
                        <a:lumMod val="60000"/>
                        <a:lumOff val="40000"/>
                      </a:schemeClr>
                    </a:gs>
                  </a:gsLst>
                  <a:lin ang="2700000" scaled="1"/>
                  <a:tileRect/>
                </a:gradFill>
                <a:latin typeface="演示流云楷" panose="02000600000000000000" pitchFamily="2" charset="-122"/>
                <a:ea typeface="演示流云楷" panose="02000600000000000000" pitchFamily="2" charset="-122"/>
                <a:cs typeface="演示流云楷" panose="02000600000000000000" pitchFamily="2" charset="-122"/>
                <a:sym typeface="演示光芒体" panose="02000600000000000000" pitchFamily="2" charset="-122"/>
              </a:endParaRPr>
            </a:p>
          </p:txBody>
        </p:sp>
      </p:grpSp>
      <p:pic>
        <p:nvPicPr>
          <p:cNvPr id="23" name="PA-原创小红书雷点PPT禁止盗用" descr="查看图片"/>
          <p:cNvPicPr>
            <a:picLocks noChangeAspect="1" noChangeArrowheads="1"/>
          </p:cNvPicPr>
          <p:nvPr>
            <p:custDataLst>
              <p:tags r:id="rId84"/>
            </p:custDataLst>
          </p:nvPr>
        </p:nvPicPr>
        <p:blipFill>
          <a:blip r:embed="rId85" cstate="screen">
            <a:extLst>
              <a:ext uri="{BEBA8EAE-BF5A-486C-A8C5-ECC9F3942E4B}">
                <a14:imgProps xmlns:a14="http://schemas.microsoft.com/office/drawing/2010/main">
                  <a14:imgLayer r:embed="rId86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 rot="3629723">
            <a:off x="9820542" y="3957617"/>
            <a:ext cx="2681700" cy="3885871"/>
          </a:xfrm>
          <a:custGeom>
            <a:avLst/>
            <a:gdLst>
              <a:gd name="connsiteX0" fmla="*/ 0 w 2681700"/>
              <a:gd name="connsiteY0" fmla="*/ 0 h 3885871"/>
              <a:gd name="connsiteX1" fmla="*/ 2681700 w 2681700"/>
              <a:gd name="connsiteY1" fmla="*/ 1517519 h 3885871"/>
              <a:gd name="connsiteX2" fmla="*/ 1341499 w 2681700"/>
              <a:gd name="connsiteY2" fmla="*/ 3885871 h 3885871"/>
              <a:gd name="connsiteX3" fmla="*/ 0 w 2681700"/>
              <a:gd name="connsiteY3" fmla="*/ 3885871 h 3885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1700" h="3885871">
                <a:moveTo>
                  <a:pt x="0" y="0"/>
                </a:moveTo>
                <a:lnTo>
                  <a:pt x="2681700" y="1517519"/>
                </a:lnTo>
                <a:lnTo>
                  <a:pt x="1341499" y="3885871"/>
                </a:lnTo>
                <a:lnTo>
                  <a:pt x="0" y="388587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A-原创小红书雷点PPT禁止盗用" descr="查看图片"/>
          <p:cNvPicPr>
            <a:picLocks noChangeAspect="1" noChangeArrowheads="1"/>
          </p:cNvPicPr>
          <p:nvPr>
            <p:custDataLst>
              <p:tags r:id="rId87"/>
            </p:custDataLst>
          </p:nvPr>
        </p:nvPicPr>
        <p:blipFill>
          <a:blip r:embed="rId88" cstate="screen"/>
          <a:srcRect/>
          <a:stretch>
            <a:fillRect/>
          </a:stretch>
        </p:blipFill>
        <p:spPr bwMode="auto">
          <a:xfrm rot="670551">
            <a:off x="7437005" y="662983"/>
            <a:ext cx="4704346" cy="431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A-原创小红书雷点PPT禁止盗用" descr="查看图片"/>
          <p:cNvPicPr>
            <a:picLocks noChangeAspect="1" noChangeArrowheads="1"/>
          </p:cNvPicPr>
          <p:nvPr>
            <p:custDataLst>
              <p:tags r:id="rId89"/>
            </p:custDataLst>
          </p:nvPr>
        </p:nvPicPr>
        <p:blipFill>
          <a:blip r:embed="rId88" cstate="screen"/>
          <a:srcRect/>
          <a:stretch>
            <a:fillRect/>
          </a:stretch>
        </p:blipFill>
        <p:spPr bwMode="auto">
          <a:xfrm rot="670551">
            <a:off x="7159027" y="1178228"/>
            <a:ext cx="4704346" cy="431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A-原创小红书雷点PPT禁止盗用"/>
          <p:cNvPicPr>
            <a:picLocks noChangeAspect="1"/>
          </p:cNvPicPr>
          <p:nvPr>
            <p:custDataLst>
              <p:tags r:id="rId90"/>
            </p:custDataLst>
          </p:nvPr>
        </p:nvPicPr>
        <p:blipFill>
          <a:blip r:embed="rId91" cstate="screen"/>
          <a:srcRect/>
          <a:stretch>
            <a:fillRect/>
          </a:stretch>
        </p:blipFill>
        <p:spPr>
          <a:xfrm>
            <a:off x="7443085" y="35845"/>
            <a:ext cx="4748916" cy="5861438"/>
          </a:xfrm>
          <a:custGeom>
            <a:avLst/>
            <a:gdLst>
              <a:gd name="connsiteX0" fmla="*/ 0 w 6878893"/>
              <a:gd name="connsiteY0" fmla="*/ 0 h 5861438"/>
              <a:gd name="connsiteX1" fmla="*/ 6878893 w 6878893"/>
              <a:gd name="connsiteY1" fmla="*/ 0 h 5861438"/>
              <a:gd name="connsiteX2" fmla="*/ 6878893 w 6878893"/>
              <a:gd name="connsiteY2" fmla="*/ 5861438 h 5861438"/>
              <a:gd name="connsiteX3" fmla="*/ 0 w 6878893"/>
              <a:gd name="connsiteY3" fmla="*/ 5861438 h 5861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893" h="5861438">
                <a:moveTo>
                  <a:pt x="0" y="0"/>
                </a:moveTo>
                <a:lnTo>
                  <a:pt x="6878893" y="0"/>
                </a:lnTo>
                <a:lnTo>
                  <a:pt x="6878893" y="5861438"/>
                </a:lnTo>
                <a:lnTo>
                  <a:pt x="0" y="5861438"/>
                </a:lnTo>
                <a:close/>
              </a:path>
            </a:pathLst>
          </a:custGeom>
        </p:spPr>
      </p:pic>
      <p:pic>
        <p:nvPicPr>
          <p:cNvPr id="24" name="PA-原创小红书雷点PPT禁止盗用"/>
          <p:cNvPicPr>
            <a:picLocks noChangeAspect="1"/>
          </p:cNvPicPr>
          <p:nvPr>
            <p:custDataLst>
              <p:tags r:id="rId92"/>
            </p:custDataLst>
          </p:nvPr>
        </p:nvPicPr>
        <p:blipFill>
          <a:blip r:embed="rId93" cstate="screen">
            <a:alphaModFix amt="42000"/>
            <a:extLst>
              <a:ext uri="{BEBA8EAE-BF5A-486C-A8C5-ECC9F3942E4B}">
                <a14:imgProps xmlns:a14="http://schemas.microsoft.com/office/drawing/2010/main">
                  <a14:imgLayer r:embed="rId94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6493760" y="0"/>
            <a:ext cx="5698240" cy="3843695"/>
          </a:xfrm>
          <a:custGeom>
            <a:avLst/>
            <a:gdLst>
              <a:gd name="connsiteX0" fmla="*/ 0 w 5698240"/>
              <a:gd name="connsiteY0" fmla="*/ 0 h 3843695"/>
              <a:gd name="connsiteX1" fmla="*/ 5698240 w 5698240"/>
              <a:gd name="connsiteY1" fmla="*/ 0 h 3843695"/>
              <a:gd name="connsiteX2" fmla="*/ 5698240 w 5698240"/>
              <a:gd name="connsiteY2" fmla="*/ 3843695 h 3843695"/>
              <a:gd name="connsiteX3" fmla="*/ 0 w 5698240"/>
              <a:gd name="connsiteY3" fmla="*/ 3843695 h 3843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98240" h="3843695">
                <a:moveTo>
                  <a:pt x="0" y="0"/>
                </a:moveTo>
                <a:lnTo>
                  <a:pt x="5698240" y="0"/>
                </a:lnTo>
                <a:lnTo>
                  <a:pt x="5698240" y="3843695"/>
                </a:lnTo>
                <a:lnTo>
                  <a:pt x="0" y="3843695"/>
                </a:lnTo>
                <a:close/>
              </a:path>
            </a:pathLst>
          </a:custGeom>
        </p:spPr>
      </p:pic>
      <p:pic>
        <p:nvPicPr>
          <p:cNvPr id="15" name="PA-原创小红书雷点PPT禁止盗用"/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6" cstate="screen"/>
          <a:stretch>
            <a:fillRect/>
          </a:stretch>
        </p:blipFill>
        <p:spPr>
          <a:xfrm>
            <a:off x="7277054" y="1123012"/>
            <a:ext cx="4921550" cy="4921550"/>
          </a:xfrm>
          <a:prstGeom prst="rect">
            <a:avLst/>
          </a:prstGeom>
        </p:spPr>
      </p:pic>
      <p:sp>
        <p:nvSpPr>
          <p:cNvPr id="123" name="PA-原创小红书雷点PPT禁止盗用"/>
          <p:cNvSpPr/>
          <p:nvPr>
            <p:custDataLst>
              <p:tags r:id="rId97"/>
            </p:custDataLst>
          </p:nvPr>
        </p:nvSpPr>
        <p:spPr>
          <a:xfrm>
            <a:off x="9964161" y="2245486"/>
            <a:ext cx="36195" cy="36195"/>
          </a:xfrm>
          <a:custGeom>
            <a:avLst/>
            <a:gdLst>
              <a:gd name="connsiteX0" fmla="*/ 118300 w 118300"/>
              <a:gd name="connsiteY0" fmla="*/ 59150 h 118300"/>
              <a:gd name="connsiteX1" fmla="*/ 59150 w 118300"/>
              <a:gd name="connsiteY1" fmla="*/ 118301 h 118300"/>
              <a:gd name="connsiteX2" fmla="*/ 0 w 118300"/>
              <a:gd name="connsiteY2" fmla="*/ 59150 h 118300"/>
              <a:gd name="connsiteX3" fmla="*/ 59150 w 118300"/>
              <a:gd name="connsiteY3" fmla="*/ 0 h 118300"/>
              <a:gd name="connsiteX4" fmla="*/ 118300 w 118300"/>
              <a:gd name="connsiteY4" fmla="*/ 59150 h 11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0" h="118300">
                <a:moveTo>
                  <a:pt x="118300" y="59150"/>
                </a:moveTo>
                <a:cubicBezTo>
                  <a:pt x="118300" y="91818"/>
                  <a:pt x="91818" y="118301"/>
                  <a:pt x="59150" y="118301"/>
                </a:cubicBezTo>
                <a:cubicBezTo>
                  <a:pt x="26482" y="118301"/>
                  <a:pt x="0" y="91818"/>
                  <a:pt x="0" y="59150"/>
                </a:cubicBezTo>
                <a:cubicBezTo>
                  <a:pt x="0" y="26482"/>
                  <a:pt x="26482" y="0"/>
                  <a:pt x="59150" y="0"/>
                </a:cubicBezTo>
                <a:cubicBezTo>
                  <a:pt x="91818" y="0"/>
                  <a:pt x="118300" y="26482"/>
                  <a:pt x="118300" y="59150"/>
                </a:cubicBezTo>
                <a:close/>
              </a:path>
            </a:pathLst>
          </a:custGeom>
          <a:gradFill flip="none" rotWithShape="1">
            <a:gsLst>
              <a:gs pos="0">
                <a:srgbClr val="0462F5">
                  <a:alpha val="77000"/>
                </a:srgbClr>
              </a:gs>
              <a:gs pos="66000">
                <a:srgbClr val="0462F5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zh-CN" altLang="en-US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41" name="PA-原创小红书雷点PPT禁止盗用"/>
          <p:cNvPicPr>
            <a:picLocks noChangeAspect="1"/>
          </p:cNvPicPr>
          <p:nvPr>
            <p:custDataLst>
              <p:tags r:id="rId98"/>
            </p:custDataLst>
          </p:nvPr>
        </p:nvPicPr>
        <p:blipFill>
          <a:blip r:embed="rId66">
            <a:lum bright="70000" contrast="-70000"/>
          </a:blip>
          <a:stretch>
            <a:fillRect/>
          </a:stretch>
        </p:blipFill>
        <p:spPr>
          <a:xfrm>
            <a:off x="7117718" y="-761691"/>
            <a:ext cx="1340103" cy="2257956"/>
          </a:xfrm>
          <a:prstGeom prst="rect">
            <a:avLst/>
          </a:prstGeom>
        </p:spPr>
      </p:pic>
      <p:pic>
        <p:nvPicPr>
          <p:cNvPr id="1029" name="PA-原创小红书雷点PPT禁止盗用"/>
          <p:cNvPicPr>
            <a:picLocks noChangeAspect="1"/>
          </p:cNvPicPr>
          <p:nvPr>
            <p:custDataLst>
              <p:tags r:id="rId99"/>
            </p:custDataLst>
          </p:nvPr>
        </p:nvPicPr>
        <p:blipFill>
          <a:blip r:embed="rId66">
            <a:lum bright="70000" contrast="-70000"/>
          </a:blip>
          <a:stretch>
            <a:fillRect/>
          </a:stretch>
        </p:blipFill>
        <p:spPr>
          <a:xfrm>
            <a:off x="6336197" y="1186802"/>
            <a:ext cx="1207826" cy="2035080"/>
          </a:xfrm>
          <a:prstGeom prst="rect">
            <a:avLst/>
          </a:prstGeom>
        </p:spPr>
      </p:pic>
      <p:grpSp>
        <p:nvGrpSpPr>
          <p:cNvPr id="17" name="PA-原创小红书雷点PPT禁止盗用"/>
          <p:cNvGrpSpPr/>
          <p:nvPr>
            <p:custDataLst>
              <p:tags r:id="rId100"/>
            </p:custDataLst>
          </p:nvPr>
        </p:nvGrpSpPr>
        <p:grpSpPr>
          <a:xfrm>
            <a:off x="6134164" y="917697"/>
            <a:ext cx="745879" cy="4607631"/>
            <a:chOff x="9706094" y="-2436513"/>
            <a:chExt cx="886953" cy="4607631"/>
          </a:xfrm>
        </p:grpSpPr>
        <p:sp>
          <p:nvSpPr>
            <p:cNvPr id="25" name="PA-方能演亦33"/>
            <p:cNvSpPr/>
            <p:nvPr>
              <p:custDataLst>
                <p:tags r:id="rId101"/>
              </p:custDataLst>
            </p:nvPr>
          </p:nvSpPr>
          <p:spPr>
            <a:xfrm>
              <a:off x="9706094" y="2134923"/>
              <a:ext cx="36195" cy="36195"/>
            </a:xfrm>
            <a:custGeom>
              <a:avLst/>
              <a:gdLst>
                <a:gd name="connsiteX0" fmla="*/ 118300 w 118300"/>
                <a:gd name="connsiteY0" fmla="*/ 59150 h 118300"/>
                <a:gd name="connsiteX1" fmla="*/ 59150 w 118300"/>
                <a:gd name="connsiteY1" fmla="*/ 118301 h 118300"/>
                <a:gd name="connsiteX2" fmla="*/ 0 w 118300"/>
                <a:gd name="connsiteY2" fmla="*/ 59150 h 118300"/>
                <a:gd name="connsiteX3" fmla="*/ 59150 w 118300"/>
                <a:gd name="connsiteY3" fmla="*/ 0 h 118300"/>
                <a:gd name="connsiteX4" fmla="*/ 118300 w 118300"/>
                <a:gd name="connsiteY4" fmla="*/ 59150 h 11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00" h="118300">
                  <a:moveTo>
                    <a:pt x="118300" y="59150"/>
                  </a:moveTo>
                  <a:cubicBezTo>
                    <a:pt x="118300" y="91818"/>
                    <a:pt x="91818" y="118301"/>
                    <a:pt x="59150" y="118301"/>
                  </a:cubicBezTo>
                  <a:cubicBezTo>
                    <a:pt x="26482" y="118301"/>
                    <a:pt x="0" y="91818"/>
                    <a:pt x="0" y="59150"/>
                  </a:cubicBezTo>
                  <a:cubicBezTo>
                    <a:pt x="0" y="26482"/>
                    <a:pt x="26482" y="0"/>
                    <a:pt x="59150" y="0"/>
                  </a:cubicBezTo>
                  <a:cubicBezTo>
                    <a:pt x="91818" y="0"/>
                    <a:pt x="118300" y="26482"/>
                    <a:pt x="118300" y="5915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4FFFF">
                    <a:alpha val="77000"/>
                  </a:srgbClr>
                </a:gs>
                <a:gs pos="66000">
                  <a:srgbClr val="24FFFF">
                    <a:alpha val="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 sz="16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9" name="PA-文本框 28"/>
            <p:cNvSpPr txBox="1"/>
            <p:nvPr>
              <p:custDataLst>
                <p:tags r:id="rId102"/>
              </p:custDataLst>
            </p:nvPr>
          </p:nvSpPr>
          <p:spPr>
            <a:xfrm>
              <a:off x="10442027" y="-2404286"/>
              <a:ext cx="151020" cy="2923540"/>
            </a:xfrm>
            <a:prstGeom prst="rect">
              <a:avLst/>
            </a:prstGeom>
            <a:noFill/>
            <a:effectLst/>
            <a:scene3d>
              <a:camera prst="perspectiveLeft"/>
              <a:lightRig rig="brightRoom" dir="t"/>
            </a:scene3d>
          </p:spPr>
          <p:txBody>
            <a:bodyPr wrap="none" lIns="0" tIns="0" rIns="0" bIns="0">
              <a:spAutoFit/>
              <a:scene3d>
                <a:camera prst="orthographicFront"/>
                <a:lightRig rig="brightRoom" dir="t"/>
              </a:scene3d>
              <a:sp3d contourW="12700" prstMaterial="softEdge">
                <a:bevelT w="0" h="0"/>
                <a:bevelB w="69850" h="260350"/>
                <a:contourClr>
                  <a:schemeClr val="bg1"/>
                </a:contourClr>
              </a:sp3d>
            </a:bodyPr>
            <a:lstStyle/>
            <a:p>
              <a:pPr algn="ctr"/>
              <a:endParaRPr lang="zh-CN" altLang="en-US" sz="190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3783FF">
                      <a:alpha val="40000"/>
                    </a:srgbClr>
                  </a:outerShdw>
                </a:effectLst>
                <a:latin typeface="演示流云楷" panose="02000600000000000000" pitchFamily="2" charset="-122"/>
                <a:ea typeface="演示流云楷" panose="02000600000000000000" pitchFamily="2" charset="-122"/>
                <a:cs typeface="演示流云楷" panose="02000600000000000000" pitchFamily="2" charset="-122"/>
                <a:sym typeface="演示光芒体" panose="02000600000000000000" pitchFamily="2" charset="-122"/>
              </a:endParaRPr>
            </a:p>
          </p:txBody>
        </p:sp>
        <p:sp>
          <p:nvSpPr>
            <p:cNvPr id="30" name="PA-文本框 29"/>
            <p:cNvSpPr txBox="1"/>
            <p:nvPr>
              <p:custDataLst>
                <p:tags r:id="rId103"/>
              </p:custDataLst>
            </p:nvPr>
          </p:nvSpPr>
          <p:spPr>
            <a:xfrm>
              <a:off x="10312739" y="-2436513"/>
              <a:ext cx="151020" cy="2954655"/>
            </a:xfrm>
            <a:prstGeom prst="rect">
              <a:avLst/>
            </a:prstGeom>
            <a:noFill/>
            <a:effectLst/>
            <a:scene3d>
              <a:camera prst="perspectiveLeft"/>
              <a:lightRig rig="brightRoom" dir="t"/>
            </a:scene3d>
          </p:spPr>
          <p:txBody>
            <a:bodyPr wrap="none" lIns="0" tIns="0" rIns="0" bIns="0">
              <a:spAutoFit/>
              <a:scene3d>
                <a:camera prst="orthographicFront"/>
                <a:lightRig rig="brightRoom" dir="t"/>
              </a:scene3d>
              <a:sp3d contourW="12700" prstMaterial="softEdge">
                <a:bevelT w="0" h="0"/>
                <a:bevelB w="0" h="0"/>
                <a:contourClr>
                  <a:schemeClr val="bg1"/>
                </a:contourClr>
              </a:sp3d>
            </a:bodyPr>
            <a:lstStyle/>
            <a:p>
              <a:pPr algn="ctr"/>
              <a:endParaRPr lang="zh-CN" altLang="en-US" sz="19200" dirty="0">
                <a:gradFill flip="none" rotWithShape="1">
                  <a:gsLst>
                    <a:gs pos="22000">
                      <a:srgbClr val="1A5BC4"/>
                    </a:gs>
                    <a:gs pos="91000">
                      <a:srgbClr val="111871"/>
                    </a:gs>
                  </a:gsLst>
                  <a:lin ang="2700000" scaled="1"/>
                  <a:tileRect/>
                </a:gradFill>
                <a:latin typeface="演示流云楷" panose="02000600000000000000" pitchFamily="2" charset="-122"/>
                <a:ea typeface="演示流云楷" panose="02000600000000000000" pitchFamily="2" charset="-122"/>
                <a:cs typeface="演示流云楷" panose="02000600000000000000" pitchFamily="2" charset="-122"/>
                <a:sym typeface="演示光芒体" panose="02000600000000000000" pitchFamily="2" charset="-122"/>
              </a:endParaRPr>
            </a:p>
          </p:txBody>
        </p:sp>
      </p:grpSp>
      <p:sp>
        <p:nvSpPr>
          <p:cNvPr id="127" name="PA-原创小红书雷点PPT禁止盗用"/>
          <p:cNvSpPr/>
          <p:nvPr>
            <p:custDataLst>
              <p:tags r:id="rId104"/>
            </p:custDataLst>
          </p:nvPr>
        </p:nvSpPr>
        <p:spPr>
          <a:xfrm>
            <a:off x="9216922" y="2797687"/>
            <a:ext cx="34658" cy="34658"/>
          </a:xfrm>
          <a:custGeom>
            <a:avLst/>
            <a:gdLst>
              <a:gd name="connsiteX0" fmla="*/ 118300 w 118300"/>
              <a:gd name="connsiteY0" fmla="*/ 59150 h 118300"/>
              <a:gd name="connsiteX1" fmla="*/ 59150 w 118300"/>
              <a:gd name="connsiteY1" fmla="*/ 118301 h 118300"/>
              <a:gd name="connsiteX2" fmla="*/ 0 w 118300"/>
              <a:gd name="connsiteY2" fmla="*/ 59150 h 118300"/>
              <a:gd name="connsiteX3" fmla="*/ 59150 w 118300"/>
              <a:gd name="connsiteY3" fmla="*/ 0 h 118300"/>
              <a:gd name="connsiteX4" fmla="*/ 118300 w 118300"/>
              <a:gd name="connsiteY4" fmla="*/ 59150 h 11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0" h="118300">
                <a:moveTo>
                  <a:pt x="118300" y="59150"/>
                </a:moveTo>
                <a:cubicBezTo>
                  <a:pt x="118300" y="91818"/>
                  <a:pt x="91818" y="118301"/>
                  <a:pt x="59150" y="118301"/>
                </a:cubicBezTo>
                <a:cubicBezTo>
                  <a:pt x="26482" y="118301"/>
                  <a:pt x="0" y="91818"/>
                  <a:pt x="0" y="59150"/>
                </a:cubicBezTo>
                <a:cubicBezTo>
                  <a:pt x="0" y="26482"/>
                  <a:pt x="26482" y="0"/>
                  <a:pt x="59150" y="0"/>
                </a:cubicBezTo>
                <a:cubicBezTo>
                  <a:pt x="91818" y="0"/>
                  <a:pt x="118300" y="26482"/>
                  <a:pt x="118300" y="59150"/>
                </a:cubicBezTo>
                <a:close/>
              </a:path>
            </a:pathLst>
          </a:custGeom>
          <a:gradFill flip="none" rotWithShape="1">
            <a:gsLst>
              <a:gs pos="0">
                <a:srgbClr val="24FFFF">
                  <a:alpha val="77000"/>
                </a:srgbClr>
              </a:gs>
              <a:gs pos="66000">
                <a:srgbClr val="24FFFF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zh-CN" altLang="en-US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4" name="PA-原创小红书雷点PPT禁止盗用" descr="渐变科技光纤素材-渐变光纤"/>
          <p:cNvSpPr>
            <a:spLocks noChangeAspect="1" noChangeArrowheads="1"/>
          </p:cNvSpPr>
          <p:nvPr>
            <p:custDataLst>
              <p:tags r:id="rId105"/>
            </p:custDataLst>
          </p:nvPr>
        </p:nvSpPr>
        <p:spPr bwMode="auto">
          <a:xfrm>
            <a:off x="5943600" y="357644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0" name="PA-原创小红书雷点PPT禁止盗用" descr="科技纹理内的花瓣采集图片-洛荷H"/>
          <p:cNvSpPr>
            <a:spLocks noChangeAspect="1" noChangeArrowheads="1"/>
          </p:cNvSpPr>
          <p:nvPr>
            <p:custDataLst>
              <p:tags r:id="rId106"/>
            </p:custDataLst>
          </p:nvPr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12" name="PA-原创小红书雷点PPT禁止盗用" descr="查看图片"/>
          <p:cNvPicPr>
            <a:picLocks noChangeAspect="1" noChangeArrowheads="1"/>
          </p:cNvPicPr>
          <p:nvPr>
            <p:custDataLst>
              <p:tags r:id="rId107"/>
            </p:custDataLst>
          </p:nvPr>
        </p:nvPicPr>
        <p:blipFill>
          <a:blip r:embed="rId108" cstate="screen"/>
          <a:srcRect/>
          <a:stretch>
            <a:fillRect/>
          </a:stretch>
        </p:blipFill>
        <p:spPr bwMode="auto">
          <a:xfrm rot="3616320">
            <a:off x="11134441" y="5538182"/>
            <a:ext cx="322698" cy="68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952500" y="1965960"/>
            <a:ext cx="6490335" cy="314198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sz="4800" b="1" kern="0" spc="1050" dirty="0">
                <a:solidFill>
                  <a:srgbClr val="203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基于</a:t>
            </a:r>
            <a:r>
              <a:rPr sz="4800" b="1" kern="0" spc="-370" dirty="0">
                <a:solidFill>
                  <a:srgbClr val="203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PLC</a:t>
            </a:r>
            <a:r>
              <a:rPr sz="4800" b="1" kern="0" spc="-370" dirty="0">
                <a:solidFill>
                  <a:srgbClr val="203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</a:t>
            </a:r>
            <a:r>
              <a:rPr sz="4800" b="1" kern="0" spc="-370" dirty="0">
                <a:solidFill>
                  <a:srgbClr val="203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N95</a:t>
            </a:r>
            <a:r>
              <a:rPr lang="zh-CN" sz="4800" b="1" kern="0" spc="-370" dirty="0">
                <a:solidFill>
                  <a:srgbClr val="203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口</a:t>
            </a:r>
            <a:r>
              <a:rPr sz="4800" b="1" kern="0" spc="820" dirty="0">
                <a:solidFill>
                  <a:srgbClr val="203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罩</a:t>
            </a:r>
            <a:endParaRPr sz="4800" b="1" kern="0" spc="820" dirty="0">
              <a:solidFill>
                <a:srgbClr val="20306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/>
            <a:r>
              <a:rPr sz="4800" b="1" kern="0" spc="820" dirty="0">
                <a:solidFill>
                  <a:srgbClr val="203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全自动高速智造</a:t>
            </a:r>
            <a:endParaRPr sz="4800" b="1" kern="0" spc="820" dirty="0">
              <a:solidFill>
                <a:srgbClr val="20306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/>
            <a:r>
              <a:rPr sz="4800" b="1" kern="0" spc="820" dirty="0">
                <a:solidFill>
                  <a:srgbClr val="203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系统</a:t>
            </a:r>
            <a:endParaRPr lang="zh-CN" altLang="en-US" sz="4800" b="1" spc="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PA-图片 67"/>
          <p:cNvPicPr/>
          <p:nvPr>
            <p:custDataLst>
              <p:tags r:id="rId109"/>
            </p:custDataLst>
          </p:nvPr>
        </p:nvPicPr>
        <p:blipFill>
          <a:blip r:embed="rId110"/>
          <a:stretch>
            <a:fillRect/>
          </a:stretch>
        </p:blipFill>
        <p:spPr>
          <a:xfrm>
            <a:off x="608965" y="401955"/>
            <a:ext cx="691515" cy="7327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PA-原创小红书雷点PPT禁止盗用"/>
          <p:cNvGrpSpPr/>
          <p:nvPr>
            <p:custDataLst>
              <p:tags r:id="rId1"/>
            </p:custDataLst>
          </p:nvPr>
        </p:nvGrpSpPr>
        <p:grpSpPr>
          <a:xfrm>
            <a:off x="-78768" y="-118310"/>
            <a:ext cx="12308886" cy="6976310"/>
            <a:chOff x="-78768" y="-118310"/>
            <a:chExt cx="12308886" cy="6976310"/>
          </a:xfrm>
        </p:grpSpPr>
        <p:pic>
          <p:nvPicPr>
            <p:cNvPr id="78" name="PA-图片 77" descr="水中的建筑&#10;&#10;描述已自动生成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 cstate="screen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grpSp>
          <p:nvGrpSpPr>
            <p:cNvPr id="79" name="组合 78"/>
            <p:cNvGrpSpPr/>
            <p:nvPr/>
          </p:nvGrpSpPr>
          <p:grpSpPr>
            <a:xfrm>
              <a:off x="4307529" y="3562139"/>
              <a:ext cx="6514169" cy="2908502"/>
              <a:chOff x="-1103603" y="9165484"/>
              <a:chExt cx="6514169" cy="2908502"/>
            </a:xfrm>
          </p:grpSpPr>
          <p:grpSp>
            <p:nvGrpSpPr>
              <p:cNvPr id="80" name="组合 79"/>
              <p:cNvGrpSpPr/>
              <p:nvPr/>
            </p:nvGrpSpPr>
            <p:grpSpPr>
              <a:xfrm>
                <a:off x="-1103603" y="9518509"/>
                <a:ext cx="3683889" cy="1707578"/>
                <a:chOff x="-1932089" y="4674172"/>
                <a:chExt cx="3683889" cy="1707578"/>
              </a:xfrm>
            </p:grpSpPr>
            <p:pic>
              <p:nvPicPr>
                <p:cNvPr id="87" name="PA-图片 86"/>
                <p:cNvPicPr>
                  <a:picLocks noChangeAspect="1"/>
                </p:cNvPicPr>
                <p:nvPr>
                  <p:custDataLst>
                    <p:tags r:id="rId4"/>
                  </p:custDataLst>
                </p:nvPr>
              </p:nvPicPr>
              <p:blipFill>
                <a:blip r:embed="rId5" cstate="screen"/>
                <a:stretch>
                  <a:fillRect/>
                </a:stretch>
              </p:blipFill>
              <p:spPr>
                <a:xfrm flipH="1">
                  <a:off x="-1932089" y="4674172"/>
                  <a:ext cx="3683889" cy="1707578"/>
                </a:xfrm>
                <a:prstGeom prst="rect">
                  <a:avLst/>
                </a:prstGeom>
              </p:spPr>
            </p:pic>
            <p:pic>
              <p:nvPicPr>
                <p:cNvPr id="88" name="PA-图片 87"/>
                <p:cNvPicPr>
                  <a:picLocks noChangeAspect="1"/>
                </p:cNvPicPr>
                <p:nvPr>
                  <p:custDataLst>
                    <p:tags r:id="rId6"/>
                  </p:custDataLst>
                </p:nvPr>
              </p:nvPicPr>
              <p:blipFill>
                <a:blip r:embed="rId7" cstate="screen"/>
                <a:stretch>
                  <a:fillRect/>
                </a:stretch>
              </p:blipFill>
              <p:spPr>
                <a:xfrm flipH="1">
                  <a:off x="-309650" y="5319479"/>
                  <a:ext cx="2005588" cy="929642"/>
                </a:xfrm>
                <a:prstGeom prst="rect">
                  <a:avLst/>
                </a:prstGeom>
              </p:spPr>
            </p:pic>
          </p:grpSp>
          <p:grpSp>
            <p:nvGrpSpPr>
              <p:cNvPr id="81" name="组合 80"/>
              <p:cNvGrpSpPr/>
              <p:nvPr/>
            </p:nvGrpSpPr>
            <p:grpSpPr>
              <a:xfrm>
                <a:off x="-17463" y="9165484"/>
                <a:ext cx="5428029" cy="2908502"/>
                <a:chOff x="8703674" y="3228563"/>
                <a:chExt cx="5428029" cy="2908502"/>
              </a:xfrm>
            </p:grpSpPr>
            <p:pic>
              <p:nvPicPr>
                <p:cNvPr id="82" name="PA-图片 81"/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03674" y="3923647"/>
                  <a:ext cx="4775176" cy="2213418"/>
                </a:xfrm>
                <a:prstGeom prst="rect">
                  <a:avLst/>
                </a:prstGeom>
              </p:spPr>
            </p:pic>
            <p:grpSp>
              <p:nvGrpSpPr>
                <p:cNvPr id="83" name="组合 82"/>
                <p:cNvGrpSpPr/>
                <p:nvPr/>
              </p:nvGrpSpPr>
              <p:grpSpPr>
                <a:xfrm>
                  <a:off x="9356527" y="3228563"/>
                  <a:ext cx="4775176" cy="2213418"/>
                  <a:chOff x="9356527" y="3228563"/>
                  <a:chExt cx="4775176" cy="2213418"/>
                </a:xfrm>
              </p:grpSpPr>
              <p:pic>
                <p:nvPicPr>
                  <p:cNvPr id="84" name="PA-图片 83"/>
                  <p:cNvPicPr>
                    <a:picLocks noChangeAspect="1"/>
                  </p:cNvPicPr>
                  <p:nvPr>
                    <p:custDataLst>
                      <p:tags r:id="rId10"/>
                    </p:custDataLst>
                  </p:nvPr>
                </p:nvPicPr>
                <p:blipFill>
                  <a:blip r:embed="rId9"/>
                  <a:stretch>
                    <a:fillRect/>
                  </a:stretch>
                </p:blipFill>
                <p:spPr>
                  <a:xfrm flipH="1">
                    <a:off x="9356527" y="3228563"/>
                    <a:ext cx="4775176" cy="2213418"/>
                  </a:xfrm>
                  <a:prstGeom prst="rect">
                    <a:avLst/>
                  </a:prstGeom>
                </p:spPr>
              </p:pic>
              <p:pic>
                <p:nvPicPr>
                  <p:cNvPr id="85" name="PA-图片 84"/>
                  <p:cNvPicPr>
                    <a:picLocks noChangeAspect="1"/>
                  </p:cNvPicPr>
                  <p:nvPr>
                    <p:custDataLst>
                      <p:tags r:id="rId11"/>
                    </p:custDataLst>
                  </p:nvPr>
                </p:nvPicPr>
                <p:blipFill>
                  <a:blip r:embed="rId7" cstate="screen"/>
                  <a:stretch>
                    <a:fillRect/>
                  </a:stretch>
                </p:blipFill>
                <p:spPr>
                  <a:xfrm>
                    <a:off x="9430887" y="3693756"/>
                    <a:ext cx="2005588" cy="929642"/>
                  </a:xfrm>
                  <a:prstGeom prst="rect">
                    <a:avLst/>
                  </a:prstGeom>
                </p:spPr>
              </p:pic>
              <p:pic>
                <p:nvPicPr>
                  <p:cNvPr id="86" name="PA-图片 85"/>
                  <p:cNvPicPr>
                    <a:picLocks noChangeAspect="1"/>
                  </p:cNvPicPr>
                  <p:nvPr>
                    <p:custDataLst>
                      <p:tags r:id="rId12"/>
                    </p:custDataLst>
                  </p:nvPr>
                </p:nvPicPr>
                <p:blipFill>
                  <a:blip r:embed="rId7" cstate="screen"/>
                  <a:stretch>
                    <a:fillRect/>
                  </a:stretch>
                </p:blipFill>
                <p:spPr>
                  <a:xfrm flipH="1">
                    <a:off x="9727691" y="3350095"/>
                    <a:ext cx="2005588" cy="929642"/>
                  </a:xfrm>
                  <a:prstGeom prst="rect">
                    <a:avLst/>
                  </a:prstGeom>
                </p:spPr>
              </p:pic>
            </p:grpSp>
          </p:grpSp>
        </p:grpSp>
        <p:pic>
          <p:nvPicPr>
            <p:cNvPr id="89" name="PA-图片 88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 cstate="screen"/>
            <a:srcRect/>
            <a:stretch>
              <a:fillRect/>
            </a:stretch>
          </p:blipFill>
          <p:spPr>
            <a:xfrm>
              <a:off x="9505302" y="5575092"/>
              <a:ext cx="2686698" cy="1282908"/>
            </a:xfrm>
            <a:custGeom>
              <a:avLst/>
              <a:gdLst>
                <a:gd name="connsiteX0" fmla="*/ 0 w 2686698"/>
                <a:gd name="connsiteY0" fmla="*/ 0 h 1282908"/>
                <a:gd name="connsiteX1" fmla="*/ 2686698 w 2686698"/>
                <a:gd name="connsiteY1" fmla="*/ 0 h 1282908"/>
                <a:gd name="connsiteX2" fmla="*/ 2686698 w 2686698"/>
                <a:gd name="connsiteY2" fmla="*/ 1282908 h 1282908"/>
                <a:gd name="connsiteX3" fmla="*/ 0 w 2686698"/>
                <a:gd name="connsiteY3" fmla="*/ 1282908 h 128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6698" h="1282908">
                  <a:moveTo>
                    <a:pt x="0" y="0"/>
                  </a:moveTo>
                  <a:lnTo>
                    <a:pt x="2686698" y="0"/>
                  </a:lnTo>
                  <a:lnTo>
                    <a:pt x="2686698" y="1282908"/>
                  </a:lnTo>
                  <a:lnTo>
                    <a:pt x="0" y="1282908"/>
                  </a:lnTo>
                  <a:close/>
                </a:path>
              </a:pathLst>
            </a:custGeom>
          </p:spPr>
        </p:pic>
        <p:sp>
          <p:nvSpPr>
            <p:cNvPr id="90" name="PA-椭圆 89"/>
            <p:cNvSpPr/>
            <p:nvPr>
              <p:custDataLst>
                <p:tags r:id="rId15"/>
              </p:custDataLst>
            </p:nvPr>
          </p:nvSpPr>
          <p:spPr>
            <a:xfrm>
              <a:off x="6856255" y="1097819"/>
              <a:ext cx="3653169" cy="3653168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  <a:effectLst>
              <a:softEdge rad="965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91" name="PA-图片 90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screen"/>
            <a:srcRect l="37628" b="60522"/>
            <a:stretch>
              <a:fillRect/>
            </a:stretch>
          </p:blipFill>
          <p:spPr>
            <a:xfrm>
              <a:off x="1" y="5709970"/>
              <a:ext cx="4061069" cy="1148030"/>
            </a:xfrm>
            <a:custGeom>
              <a:avLst/>
              <a:gdLst>
                <a:gd name="connsiteX0" fmla="*/ 0 w 4061069"/>
                <a:gd name="connsiteY0" fmla="*/ 0 h 1148030"/>
                <a:gd name="connsiteX1" fmla="*/ 4061069 w 4061069"/>
                <a:gd name="connsiteY1" fmla="*/ 0 h 1148030"/>
                <a:gd name="connsiteX2" fmla="*/ 4061069 w 4061069"/>
                <a:gd name="connsiteY2" fmla="*/ 1148030 h 1148030"/>
                <a:gd name="connsiteX3" fmla="*/ 0 w 4061069"/>
                <a:gd name="connsiteY3" fmla="*/ 1148030 h 1148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1069" h="1148030">
                  <a:moveTo>
                    <a:pt x="0" y="0"/>
                  </a:moveTo>
                  <a:lnTo>
                    <a:pt x="4061069" y="0"/>
                  </a:lnTo>
                  <a:lnTo>
                    <a:pt x="4061069" y="1148030"/>
                  </a:lnTo>
                  <a:lnTo>
                    <a:pt x="0" y="1148030"/>
                  </a:lnTo>
                  <a:close/>
                </a:path>
              </a:pathLst>
            </a:custGeom>
          </p:spPr>
        </p:pic>
        <p:pic>
          <p:nvPicPr>
            <p:cNvPr id="92" name="PA-图片 91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screen"/>
            <a:srcRect l="27236" b="26002"/>
            <a:stretch>
              <a:fillRect/>
            </a:stretch>
          </p:blipFill>
          <p:spPr>
            <a:xfrm>
              <a:off x="0" y="4706106"/>
              <a:ext cx="4737720" cy="2151894"/>
            </a:xfrm>
            <a:custGeom>
              <a:avLst/>
              <a:gdLst>
                <a:gd name="connsiteX0" fmla="*/ 0 w 4737720"/>
                <a:gd name="connsiteY0" fmla="*/ 0 h 2151894"/>
                <a:gd name="connsiteX1" fmla="*/ 4737720 w 4737720"/>
                <a:gd name="connsiteY1" fmla="*/ 0 h 2151894"/>
                <a:gd name="connsiteX2" fmla="*/ 4737720 w 4737720"/>
                <a:gd name="connsiteY2" fmla="*/ 2151894 h 2151894"/>
                <a:gd name="connsiteX3" fmla="*/ 0 w 4737720"/>
                <a:gd name="connsiteY3" fmla="*/ 2151894 h 2151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7720" h="2151894">
                  <a:moveTo>
                    <a:pt x="0" y="0"/>
                  </a:moveTo>
                  <a:lnTo>
                    <a:pt x="4737720" y="0"/>
                  </a:lnTo>
                  <a:lnTo>
                    <a:pt x="4737720" y="2151894"/>
                  </a:lnTo>
                  <a:lnTo>
                    <a:pt x="0" y="2151894"/>
                  </a:lnTo>
                  <a:close/>
                </a:path>
              </a:pathLst>
            </a:custGeom>
          </p:spPr>
        </p:pic>
        <p:pic>
          <p:nvPicPr>
            <p:cNvPr id="93" name="PA-图片 92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 cstate="screen"/>
            <a:srcRect r="62462"/>
            <a:stretch>
              <a:fillRect/>
            </a:stretch>
          </p:blipFill>
          <p:spPr>
            <a:xfrm>
              <a:off x="10049932" y="1285590"/>
              <a:ext cx="2142068" cy="2828789"/>
            </a:xfrm>
            <a:custGeom>
              <a:avLst/>
              <a:gdLst>
                <a:gd name="connsiteX0" fmla="*/ 0 w 2142068"/>
                <a:gd name="connsiteY0" fmla="*/ 0 h 2828789"/>
                <a:gd name="connsiteX1" fmla="*/ 2142068 w 2142068"/>
                <a:gd name="connsiteY1" fmla="*/ 0 h 2828789"/>
                <a:gd name="connsiteX2" fmla="*/ 2142068 w 2142068"/>
                <a:gd name="connsiteY2" fmla="*/ 2828789 h 2828789"/>
                <a:gd name="connsiteX3" fmla="*/ 0 w 2142068"/>
                <a:gd name="connsiteY3" fmla="*/ 2828789 h 2828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2068" h="2828789">
                  <a:moveTo>
                    <a:pt x="0" y="0"/>
                  </a:moveTo>
                  <a:lnTo>
                    <a:pt x="2142068" y="0"/>
                  </a:lnTo>
                  <a:lnTo>
                    <a:pt x="2142068" y="2828789"/>
                  </a:lnTo>
                  <a:lnTo>
                    <a:pt x="0" y="2828789"/>
                  </a:lnTo>
                  <a:close/>
                </a:path>
              </a:pathLst>
            </a:custGeom>
          </p:spPr>
        </p:pic>
        <p:pic>
          <p:nvPicPr>
            <p:cNvPr id="94" name="PA-图片 93"/>
            <p:cNvPicPr/>
            <p:nvPr>
              <p:custDataLst>
                <p:tags r:id="rId22"/>
              </p:custDataLst>
            </p:nvPr>
          </p:nvPicPr>
          <p:blipFill>
            <a:blip r:embed="rId23" r:link="rId24" cstate="screen"/>
            <a:stretch>
              <a:fillRect/>
            </a:stretch>
          </p:blipFill>
          <p:spPr>
            <a:xfrm>
              <a:off x="6530299" y="0"/>
              <a:ext cx="5699819" cy="3105056"/>
            </a:xfrm>
            <a:prstGeom prst="rect">
              <a:avLst/>
            </a:prstGeom>
          </p:spPr>
        </p:pic>
        <p:pic>
          <p:nvPicPr>
            <p:cNvPr id="95" name="PA-图片 94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 cstate="screen"/>
            <a:srcRect/>
            <a:stretch>
              <a:fillRect/>
            </a:stretch>
          </p:blipFill>
          <p:spPr>
            <a:xfrm rot="21299275">
              <a:off x="-78768" y="-118310"/>
              <a:ext cx="2928900" cy="1675009"/>
            </a:xfrm>
            <a:custGeom>
              <a:avLst/>
              <a:gdLst>
                <a:gd name="connsiteX0" fmla="*/ 146900 w 2928900"/>
                <a:gd name="connsiteY0" fmla="*/ 0 h 1675009"/>
                <a:gd name="connsiteX1" fmla="*/ 2928900 w 2928900"/>
                <a:gd name="connsiteY1" fmla="*/ 243985 h 1675009"/>
                <a:gd name="connsiteX2" fmla="*/ 2928900 w 2928900"/>
                <a:gd name="connsiteY2" fmla="*/ 1675009 h 1675009"/>
                <a:gd name="connsiteX3" fmla="*/ 0 w 2928900"/>
                <a:gd name="connsiteY3" fmla="*/ 1675009 h 167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900" h="1675009">
                  <a:moveTo>
                    <a:pt x="146900" y="0"/>
                  </a:moveTo>
                  <a:lnTo>
                    <a:pt x="2928900" y="243985"/>
                  </a:lnTo>
                  <a:lnTo>
                    <a:pt x="2928900" y="1675009"/>
                  </a:lnTo>
                  <a:lnTo>
                    <a:pt x="0" y="1675009"/>
                  </a:lnTo>
                  <a:close/>
                </a:path>
              </a:pathLst>
            </a:custGeom>
          </p:spPr>
        </p:pic>
        <p:pic>
          <p:nvPicPr>
            <p:cNvPr id="96" name="PA-图片 95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 cstate="screen"/>
            <a:srcRect t="43246"/>
            <a:stretch>
              <a:fillRect/>
            </a:stretch>
          </p:blipFill>
          <p:spPr>
            <a:xfrm>
              <a:off x="23616" y="0"/>
              <a:ext cx="2621507" cy="1487805"/>
            </a:xfrm>
            <a:custGeom>
              <a:avLst/>
              <a:gdLst>
                <a:gd name="connsiteX0" fmla="*/ 0 w 2621507"/>
                <a:gd name="connsiteY0" fmla="*/ 0 h 1487805"/>
                <a:gd name="connsiteX1" fmla="*/ 2621507 w 2621507"/>
                <a:gd name="connsiteY1" fmla="*/ 0 h 1487805"/>
                <a:gd name="connsiteX2" fmla="*/ 2621507 w 2621507"/>
                <a:gd name="connsiteY2" fmla="*/ 1487805 h 1487805"/>
                <a:gd name="connsiteX3" fmla="*/ 0 w 2621507"/>
                <a:gd name="connsiteY3" fmla="*/ 1487805 h 148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1507" h="1487805">
                  <a:moveTo>
                    <a:pt x="0" y="0"/>
                  </a:moveTo>
                  <a:lnTo>
                    <a:pt x="2621507" y="0"/>
                  </a:lnTo>
                  <a:lnTo>
                    <a:pt x="2621507" y="1487805"/>
                  </a:lnTo>
                  <a:lnTo>
                    <a:pt x="0" y="1487805"/>
                  </a:lnTo>
                  <a:close/>
                </a:path>
              </a:pathLst>
            </a:custGeom>
          </p:spPr>
        </p:pic>
        <p:pic>
          <p:nvPicPr>
            <p:cNvPr id="97" name="PA-图片 96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 cstate="screen"/>
            <a:srcRect t="47049"/>
            <a:stretch>
              <a:fillRect/>
            </a:stretch>
          </p:blipFill>
          <p:spPr>
            <a:xfrm>
              <a:off x="1461665" y="94956"/>
              <a:ext cx="2621507" cy="1388111"/>
            </a:xfrm>
            <a:custGeom>
              <a:avLst/>
              <a:gdLst>
                <a:gd name="connsiteX0" fmla="*/ 0 w 2621507"/>
                <a:gd name="connsiteY0" fmla="*/ 0 h 1388111"/>
                <a:gd name="connsiteX1" fmla="*/ 2621507 w 2621507"/>
                <a:gd name="connsiteY1" fmla="*/ 0 h 1388111"/>
                <a:gd name="connsiteX2" fmla="*/ 2621507 w 2621507"/>
                <a:gd name="connsiteY2" fmla="*/ 1388111 h 1388111"/>
                <a:gd name="connsiteX3" fmla="*/ 0 w 2621507"/>
                <a:gd name="connsiteY3" fmla="*/ 1388111 h 138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1507" h="1388111">
                  <a:moveTo>
                    <a:pt x="0" y="0"/>
                  </a:moveTo>
                  <a:lnTo>
                    <a:pt x="2621507" y="0"/>
                  </a:lnTo>
                  <a:lnTo>
                    <a:pt x="2621507" y="1388111"/>
                  </a:lnTo>
                  <a:lnTo>
                    <a:pt x="0" y="1388111"/>
                  </a:lnTo>
                  <a:close/>
                </a:path>
              </a:pathLst>
            </a:custGeom>
          </p:spPr>
        </p:pic>
        <p:pic>
          <p:nvPicPr>
            <p:cNvPr id="98" name="PA-图片 97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26" cstate="screen"/>
            <a:srcRect/>
            <a:stretch>
              <a:fillRect/>
            </a:stretch>
          </p:blipFill>
          <p:spPr>
            <a:xfrm rot="21299275">
              <a:off x="-40997" y="-118310"/>
              <a:ext cx="2928900" cy="1675009"/>
            </a:xfrm>
            <a:custGeom>
              <a:avLst/>
              <a:gdLst>
                <a:gd name="connsiteX0" fmla="*/ 146900 w 2928900"/>
                <a:gd name="connsiteY0" fmla="*/ 0 h 1675009"/>
                <a:gd name="connsiteX1" fmla="*/ 2928900 w 2928900"/>
                <a:gd name="connsiteY1" fmla="*/ 243985 h 1675009"/>
                <a:gd name="connsiteX2" fmla="*/ 2928900 w 2928900"/>
                <a:gd name="connsiteY2" fmla="*/ 1675009 h 1675009"/>
                <a:gd name="connsiteX3" fmla="*/ 0 w 2928900"/>
                <a:gd name="connsiteY3" fmla="*/ 1675009 h 167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900" h="1675009">
                  <a:moveTo>
                    <a:pt x="146900" y="0"/>
                  </a:moveTo>
                  <a:lnTo>
                    <a:pt x="2928900" y="243985"/>
                  </a:lnTo>
                  <a:lnTo>
                    <a:pt x="2928900" y="1675009"/>
                  </a:lnTo>
                  <a:lnTo>
                    <a:pt x="0" y="1675009"/>
                  </a:lnTo>
                  <a:close/>
                </a:path>
              </a:pathLst>
            </a:custGeom>
          </p:spPr>
        </p:pic>
        <p:sp>
          <p:nvSpPr>
            <p:cNvPr id="99" name="PA-任意多边形 98"/>
            <p:cNvSpPr/>
            <p:nvPr>
              <p:custDataLst>
                <p:tags r:id="rId32"/>
              </p:custDataLst>
            </p:nvPr>
          </p:nvSpPr>
          <p:spPr>
            <a:xfrm>
              <a:off x="8325891" y="1"/>
              <a:ext cx="2607672" cy="1421475"/>
            </a:xfrm>
            <a:custGeom>
              <a:avLst/>
              <a:gdLst>
                <a:gd name="connsiteX0" fmla="*/ 5941 w 2607672"/>
                <a:gd name="connsiteY0" fmla="*/ 0 h 1421475"/>
                <a:gd name="connsiteX1" fmla="*/ 2601732 w 2607672"/>
                <a:gd name="connsiteY1" fmla="*/ 0 h 1421475"/>
                <a:gd name="connsiteX2" fmla="*/ 2607672 w 2607672"/>
                <a:gd name="connsiteY2" fmla="*/ 117639 h 1421475"/>
                <a:gd name="connsiteX3" fmla="*/ 1303836 w 2607672"/>
                <a:gd name="connsiteY3" fmla="*/ 1421475 h 1421475"/>
                <a:gd name="connsiteX4" fmla="*/ 0 w 2607672"/>
                <a:gd name="connsiteY4" fmla="*/ 117639 h 142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7672" h="1421475">
                  <a:moveTo>
                    <a:pt x="5941" y="0"/>
                  </a:moveTo>
                  <a:lnTo>
                    <a:pt x="2601732" y="0"/>
                  </a:lnTo>
                  <a:lnTo>
                    <a:pt x="2607672" y="117639"/>
                  </a:lnTo>
                  <a:cubicBezTo>
                    <a:pt x="2607672" y="837728"/>
                    <a:pt x="2023925" y="1421475"/>
                    <a:pt x="1303836" y="1421475"/>
                  </a:cubicBezTo>
                  <a:cubicBezTo>
                    <a:pt x="583747" y="1421475"/>
                    <a:pt x="0" y="837728"/>
                    <a:pt x="0" y="117639"/>
                  </a:cubicBezTo>
                  <a:close/>
                </a:path>
              </a:pathLst>
            </a:custGeom>
            <a:solidFill>
              <a:srgbClr val="A5D2FF"/>
            </a:solidFill>
            <a:effectLst>
              <a:softEdge rad="800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Bold"/>
                <a:ea typeface="OPPOSans M" panose="00020600040101010101" charset="-122"/>
                <a:cs typeface="+mn-cs"/>
              </a:endParaRPr>
            </a:p>
          </p:txBody>
        </p:sp>
        <p:pic>
          <p:nvPicPr>
            <p:cNvPr id="100" name="PA-图片 99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28" cstate="screen"/>
            <a:srcRect t="42160"/>
            <a:stretch>
              <a:fillRect/>
            </a:stretch>
          </p:blipFill>
          <p:spPr>
            <a:xfrm>
              <a:off x="8434863" y="0"/>
              <a:ext cx="2621507" cy="1516286"/>
            </a:xfrm>
            <a:custGeom>
              <a:avLst/>
              <a:gdLst>
                <a:gd name="connsiteX0" fmla="*/ 0 w 2621507"/>
                <a:gd name="connsiteY0" fmla="*/ 0 h 1516286"/>
                <a:gd name="connsiteX1" fmla="*/ 2621507 w 2621507"/>
                <a:gd name="connsiteY1" fmla="*/ 0 h 1516286"/>
                <a:gd name="connsiteX2" fmla="*/ 2621507 w 2621507"/>
                <a:gd name="connsiteY2" fmla="*/ 1516286 h 1516286"/>
                <a:gd name="connsiteX3" fmla="*/ 0 w 2621507"/>
                <a:gd name="connsiteY3" fmla="*/ 1516286 h 1516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1507" h="1516286">
                  <a:moveTo>
                    <a:pt x="0" y="0"/>
                  </a:moveTo>
                  <a:lnTo>
                    <a:pt x="2621507" y="0"/>
                  </a:lnTo>
                  <a:lnTo>
                    <a:pt x="2621507" y="1516286"/>
                  </a:lnTo>
                  <a:lnTo>
                    <a:pt x="0" y="1516286"/>
                  </a:lnTo>
                  <a:close/>
                </a:path>
              </a:pathLst>
            </a:custGeom>
          </p:spPr>
        </p:pic>
        <p:pic>
          <p:nvPicPr>
            <p:cNvPr id="101" name="PA-图片 100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28" cstate="screen"/>
            <a:srcRect t="43427" r="15842"/>
            <a:stretch>
              <a:fillRect/>
            </a:stretch>
          </p:blipFill>
          <p:spPr>
            <a:xfrm>
              <a:off x="9985787" y="0"/>
              <a:ext cx="2206213" cy="1483067"/>
            </a:xfrm>
            <a:custGeom>
              <a:avLst/>
              <a:gdLst>
                <a:gd name="connsiteX0" fmla="*/ 0 w 2206213"/>
                <a:gd name="connsiteY0" fmla="*/ 0 h 1483067"/>
                <a:gd name="connsiteX1" fmla="*/ 2206213 w 2206213"/>
                <a:gd name="connsiteY1" fmla="*/ 0 h 1483067"/>
                <a:gd name="connsiteX2" fmla="*/ 2206213 w 2206213"/>
                <a:gd name="connsiteY2" fmla="*/ 1483067 h 1483067"/>
                <a:gd name="connsiteX3" fmla="*/ 0 w 2206213"/>
                <a:gd name="connsiteY3" fmla="*/ 1483067 h 1483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6213" h="1483067">
                  <a:moveTo>
                    <a:pt x="0" y="0"/>
                  </a:moveTo>
                  <a:lnTo>
                    <a:pt x="2206213" y="0"/>
                  </a:lnTo>
                  <a:lnTo>
                    <a:pt x="2206213" y="1483067"/>
                  </a:lnTo>
                  <a:lnTo>
                    <a:pt x="0" y="1483067"/>
                  </a:lnTo>
                  <a:close/>
                </a:path>
              </a:pathLst>
            </a:custGeom>
          </p:spPr>
        </p:pic>
      </p:grpSp>
      <p:pic>
        <p:nvPicPr>
          <p:cNvPr id="48" name="PA-原创小红书雷点PPT禁止盗用" descr="查看图片"/>
          <p:cNvPicPr>
            <a:picLocks noChangeAspect="1" noChangeArrowheads="1"/>
          </p:cNvPicPr>
          <p:nvPr>
            <p:custDataLst>
              <p:tags r:id="rId35"/>
            </p:custDataLst>
          </p:nvPr>
        </p:nvPicPr>
        <p:blipFill>
          <a:blip r:embed="rId36"/>
          <a:srcRect/>
          <a:stretch>
            <a:fillRect/>
          </a:stretch>
        </p:blipFill>
        <p:spPr bwMode="auto">
          <a:xfrm rot="2773800" flipH="1" flipV="1">
            <a:off x="763410" y="-3104895"/>
            <a:ext cx="8851122" cy="9052740"/>
          </a:xfrm>
          <a:custGeom>
            <a:avLst/>
            <a:gdLst>
              <a:gd name="connsiteX0" fmla="*/ 8851122 w 8851122"/>
              <a:gd name="connsiteY0" fmla="*/ 1961450 h 9052740"/>
              <a:gd name="connsiteX1" fmla="*/ 2057943 w 8851122"/>
              <a:gd name="connsiteY1" fmla="*/ 9052740 h 9052740"/>
              <a:gd name="connsiteX2" fmla="*/ 0 w 8851122"/>
              <a:gd name="connsiteY2" fmla="*/ 9052740 h 9052740"/>
              <a:gd name="connsiteX3" fmla="*/ 0 w 8851122"/>
              <a:gd name="connsiteY3" fmla="*/ 1287225 h 9052740"/>
              <a:gd name="connsiteX4" fmla="*/ 1233111 w 8851122"/>
              <a:gd name="connsiteY4" fmla="*/ 0 h 9052740"/>
              <a:gd name="connsiteX5" fmla="*/ 7201614 w 8851122"/>
              <a:gd name="connsiteY5" fmla="*/ 0 h 9052740"/>
              <a:gd name="connsiteX6" fmla="*/ 8851122 w 8851122"/>
              <a:gd name="connsiteY6" fmla="*/ 1580164 h 9052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51122" h="9052740">
                <a:moveTo>
                  <a:pt x="8851122" y="1961450"/>
                </a:moveTo>
                <a:lnTo>
                  <a:pt x="2057943" y="9052740"/>
                </a:lnTo>
                <a:lnTo>
                  <a:pt x="0" y="9052740"/>
                </a:lnTo>
                <a:lnTo>
                  <a:pt x="0" y="1287225"/>
                </a:lnTo>
                <a:lnTo>
                  <a:pt x="1233111" y="0"/>
                </a:lnTo>
                <a:lnTo>
                  <a:pt x="7201614" y="0"/>
                </a:lnTo>
                <a:lnTo>
                  <a:pt x="8851122" y="158016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A-原创小红书雷点PPT禁止盗用" descr="查看图片"/>
          <p:cNvPicPr>
            <a:picLocks noChangeAspect="1" noChangeArrowheads="1"/>
          </p:cNvPicPr>
          <p:nvPr>
            <p:custDataLst>
              <p:tags r:id="rId37"/>
            </p:custDataLst>
          </p:nvPr>
        </p:nvPicPr>
        <p:blipFill>
          <a:blip r:embed="rId38" cstate="screen"/>
          <a:srcRect/>
          <a:stretch>
            <a:fillRect/>
          </a:stretch>
        </p:blipFill>
        <p:spPr bwMode="auto">
          <a:xfrm rot="6817278" flipH="1">
            <a:off x="-885112" y="-1016694"/>
            <a:ext cx="67052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A-原创小红书雷点PPT禁止盗用" descr="查看图片"/>
          <p:cNvPicPr>
            <a:picLocks noChangeAspect="1" noChangeArrowheads="1"/>
          </p:cNvPicPr>
          <p:nvPr>
            <p:custDataLst>
              <p:tags r:id="rId39"/>
            </p:custDataLst>
          </p:nvPr>
        </p:nvPicPr>
        <p:blipFill>
          <a:blip r:embed="rId38" cstate="screen"/>
          <a:srcRect/>
          <a:stretch>
            <a:fillRect/>
          </a:stretch>
        </p:blipFill>
        <p:spPr bwMode="auto">
          <a:xfrm rot="14782722">
            <a:off x="6241393" y="-1389367"/>
            <a:ext cx="67052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A-原创小红书雷点PPT禁止盗用" descr="查看图片"/>
          <p:cNvPicPr>
            <a:picLocks noChangeAspect="1" noChangeArrowheads="1"/>
          </p:cNvPicPr>
          <p:nvPr>
            <p:custDataLst>
              <p:tags r:id="rId40"/>
            </p:custDataLst>
          </p:nvPr>
        </p:nvPicPr>
        <p:blipFill>
          <a:blip r:embed="rId41" cstate="screen">
            <a:alphaModFix amt="35000"/>
          </a:blip>
          <a:srcRect/>
          <a:stretch>
            <a:fillRect/>
          </a:stretch>
        </p:blipFill>
        <p:spPr bwMode="auto">
          <a:xfrm rot="14187641">
            <a:off x="3359287" y="-585634"/>
            <a:ext cx="5483686" cy="5608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A-原创小红书雷点PPT禁止盗用" descr="查看图片"/>
          <p:cNvPicPr>
            <a:picLocks noChangeAspect="1" noChangeArrowheads="1"/>
          </p:cNvPicPr>
          <p:nvPr>
            <p:custDataLst>
              <p:tags r:id="rId42"/>
            </p:custDataLst>
          </p:nvPr>
        </p:nvPicPr>
        <p:blipFill>
          <a:blip r:embed="rId43" cstate="screen"/>
          <a:srcRect/>
          <a:stretch>
            <a:fillRect/>
          </a:stretch>
        </p:blipFill>
        <p:spPr bwMode="auto">
          <a:xfrm rot="20327991">
            <a:off x="-880999" y="-837372"/>
            <a:ext cx="6705262" cy="4584651"/>
          </a:xfrm>
          <a:custGeom>
            <a:avLst/>
            <a:gdLst>
              <a:gd name="connsiteX0" fmla="*/ 1580257 w 6705262"/>
              <a:gd name="connsiteY0" fmla="*/ 0 h 4584651"/>
              <a:gd name="connsiteX1" fmla="*/ 6705262 w 6705262"/>
              <a:gd name="connsiteY1" fmla="*/ 1987873 h 4584651"/>
              <a:gd name="connsiteX2" fmla="*/ 6705262 w 6705262"/>
              <a:gd name="connsiteY2" fmla="*/ 4584651 h 4584651"/>
              <a:gd name="connsiteX3" fmla="*/ 0 w 6705262"/>
              <a:gd name="connsiteY3" fmla="*/ 4584651 h 4584651"/>
              <a:gd name="connsiteX4" fmla="*/ 0 w 6705262"/>
              <a:gd name="connsiteY4" fmla="*/ 4074113 h 4584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5262" h="4584651">
                <a:moveTo>
                  <a:pt x="1580257" y="0"/>
                </a:moveTo>
                <a:lnTo>
                  <a:pt x="6705262" y="1987873"/>
                </a:lnTo>
                <a:lnTo>
                  <a:pt x="6705262" y="4584651"/>
                </a:lnTo>
                <a:lnTo>
                  <a:pt x="0" y="4584651"/>
                </a:lnTo>
                <a:lnTo>
                  <a:pt x="0" y="40741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A-原创小红书雷点PPT禁止盗用" descr="查看图片"/>
          <p:cNvPicPr>
            <a:picLocks noChangeAspect="1" noChangeArrowheads="1"/>
          </p:cNvPicPr>
          <p:nvPr>
            <p:custDataLst>
              <p:tags r:id="rId44"/>
            </p:custDataLst>
          </p:nvPr>
        </p:nvPicPr>
        <p:blipFill>
          <a:blip r:embed="rId45" cstate="screen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 rot="3629723">
            <a:off x="9820542" y="3957617"/>
            <a:ext cx="2681700" cy="3885871"/>
          </a:xfrm>
          <a:custGeom>
            <a:avLst/>
            <a:gdLst>
              <a:gd name="connsiteX0" fmla="*/ 0 w 2681700"/>
              <a:gd name="connsiteY0" fmla="*/ 0 h 3885871"/>
              <a:gd name="connsiteX1" fmla="*/ 2681700 w 2681700"/>
              <a:gd name="connsiteY1" fmla="*/ 1517519 h 3885871"/>
              <a:gd name="connsiteX2" fmla="*/ 1341499 w 2681700"/>
              <a:gd name="connsiteY2" fmla="*/ 3885871 h 3885871"/>
              <a:gd name="connsiteX3" fmla="*/ 0 w 2681700"/>
              <a:gd name="connsiteY3" fmla="*/ 3885871 h 3885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1700" h="3885871">
                <a:moveTo>
                  <a:pt x="0" y="0"/>
                </a:moveTo>
                <a:lnTo>
                  <a:pt x="2681700" y="1517519"/>
                </a:lnTo>
                <a:lnTo>
                  <a:pt x="1341499" y="3885871"/>
                </a:lnTo>
                <a:lnTo>
                  <a:pt x="0" y="388587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A-原创小红书雷点PPT禁止盗用" descr="查看图片"/>
          <p:cNvPicPr>
            <a:picLocks noChangeAspect="1" noChangeArrowheads="1"/>
          </p:cNvPicPr>
          <p:nvPr>
            <p:custDataLst>
              <p:tags r:id="rId47"/>
            </p:custDataLst>
          </p:nvPr>
        </p:nvPicPr>
        <p:blipFill>
          <a:blip r:embed="rId48" cstate="screen"/>
          <a:srcRect/>
          <a:stretch>
            <a:fillRect/>
          </a:stretch>
        </p:blipFill>
        <p:spPr bwMode="auto">
          <a:xfrm rot="4083698">
            <a:off x="-568476" y="-15928"/>
            <a:ext cx="5781712" cy="530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A-原创小红书雷点PPT禁止盗用"/>
          <p:cNvPicPr/>
          <p:nvPr>
            <p:custDataLst>
              <p:tags r:id="rId49"/>
            </p:custDataLst>
          </p:nvPr>
        </p:nvPicPr>
        <p:blipFill>
          <a:blip r:embed="rId50" r:link="rId51" cstate="screen">
            <a:alphaModFix amt="85000"/>
          </a:blip>
          <a:stretch>
            <a:fillRect/>
          </a:stretch>
        </p:blipFill>
        <p:spPr>
          <a:xfrm rot="16200000">
            <a:off x="1472231" y="-1120064"/>
            <a:ext cx="4148629" cy="4243130"/>
          </a:xfrm>
          <a:prstGeom prst="rect">
            <a:avLst/>
          </a:prstGeom>
        </p:spPr>
      </p:pic>
      <p:pic>
        <p:nvPicPr>
          <p:cNvPr id="47" name="PA-原创小红书雷点PPT禁止盗用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 cstate="screen"/>
          <a:srcRect/>
          <a:stretch>
            <a:fillRect/>
          </a:stretch>
        </p:blipFill>
        <p:spPr>
          <a:xfrm>
            <a:off x="0" y="2187408"/>
            <a:ext cx="12192000" cy="4670592"/>
          </a:xfrm>
          <a:custGeom>
            <a:avLst/>
            <a:gdLst>
              <a:gd name="connsiteX0" fmla="*/ 0 w 12192000"/>
              <a:gd name="connsiteY0" fmla="*/ 0 h 4670592"/>
              <a:gd name="connsiteX1" fmla="*/ 12192000 w 12192000"/>
              <a:gd name="connsiteY1" fmla="*/ 0 h 4670592"/>
              <a:gd name="connsiteX2" fmla="*/ 12192000 w 12192000"/>
              <a:gd name="connsiteY2" fmla="*/ 4670592 h 4670592"/>
              <a:gd name="connsiteX3" fmla="*/ 0 w 12192000"/>
              <a:gd name="connsiteY3" fmla="*/ 4670592 h 467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670592">
                <a:moveTo>
                  <a:pt x="0" y="0"/>
                </a:moveTo>
                <a:lnTo>
                  <a:pt x="12192000" y="0"/>
                </a:lnTo>
                <a:lnTo>
                  <a:pt x="12192000" y="4670592"/>
                </a:lnTo>
                <a:lnTo>
                  <a:pt x="0" y="4670592"/>
                </a:lnTo>
                <a:close/>
              </a:path>
            </a:pathLst>
          </a:custGeom>
        </p:spPr>
      </p:pic>
      <p:pic>
        <p:nvPicPr>
          <p:cNvPr id="1044" name="PA-原创小红书雷点PPT禁止盗用" descr="查看图片"/>
          <p:cNvPicPr>
            <a:picLocks noChangeAspect="1" noChangeArrowheads="1"/>
          </p:cNvPicPr>
          <p:nvPr>
            <p:custDataLst>
              <p:tags r:id="rId54"/>
            </p:custDataLst>
          </p:nvPr>
        </p:nvPicPr>
        <p:blipFill>
          <a:blip r:embed="rId55" cstate="screen"/>
          <a:srcRect/>
          <a:stretch>
            <a:fillRect/>
          </a:stretch>
        </p:blipFill>
        <p:spPr bwMode="auto">
          <a:xfrm>
            <a:off x="0" y="562239"/>
            <a:ext cx="11313358" cy="6295761"/>
          </a:xfrm>
          <a:custGeom>
            <a:avLst/>
            <a:gdLst>
              <a:gd name="connsiteX0" fmla="*/ 0 w 11313358"/>
              <a:gd name="connsiteY0" fmla="*/ 0 h 6295761"/>
              <a:gd name="connsiteX1" fmla="*/ 11313358 w 11313358"/>
              <a:gd name="connsiteY1" fmla="*/ 0 h 6295761"/>
              <a:gd name="connsiteX2" fmla="*/ 11313358 w 11313358"/>
              <a:gd name="connsiteY2" fmla="*/ 6295761 h 6295761"/>
              <a:gd name="connsiteX3" fmla="*/ 0 w 11313358"/>
              <a:gd name="connsiteY3" fmla="*/ 6295761 h 6295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13358" h="6295761">
                <a:moveTo>
                  <a:pt x="0" y="0"/>
                </a:moveTo>
                <a:lnTo>
                  <a:pt x="11313358" y="0"/>
                </a:lnTo>
                <a:lnTo>
                  <a:pt x="11313358" y="6295761"/>
                </a:lnTo>
                <a:lnTo>
                  <a:pt x="0" y="629576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A-原创小红书雷点PPT禁止盗用" descr="查看图片"/>
          <p:cNvPicPr>
            <a:picLocks noChangeAspect="1" noChangeArrowheads="1"/>
          </p:cNvPicPr>
          <p:nvPr>
            <p:custDataLst>
              <p:tags r:id="rId56"/>
            </p:custDataLst>
          </p:nvPr>
        </p:nvPicPr>
        <p:blipFill>
          <a:blip r:embed="rId43" cstate="screen"/>
          <a:srcRect/>
          <a:stretch>
            <a:fillRect/>
          </a:stretch>
        </p:blipFill>
        <p:spPr bwMode="auto">
          <a:xfrm rot="1272009" flipH="1">
            <a:off x="6372327" y="-749712"/>
            <a:ext cx="6705262" cy="4584651"/>
          </a:xfrm>
          <a:custGeom>
            <a:avLst/>
            <a:gdLst>
              <a:gd name="connsiteX0" fmla="*/ 1580257 w 6705262"/>
              <a:gd name="connsiteY0" fmla="*/ 0 h 4584651"/>
              <a:gd name="connsiteX1" fmla="*/ 6705262 w 6705262"/>
              <a:gd name="connsiteY1" fmla="*/ 1987873 h 4584651"/>
              <a:gd name="connsiteX2" fmla="*/ 6705262 w 6705262"/>
              <a:gd name="connsiteY2" fmla="*/ 4584651 h 4584651"/>
              <a:gd name="connsiteX3" fmla="*/ 0 w 6705262"/>
              <a:gd name="connsiteY3" fmla="*/ 4584651 h 4584651"/>
              <a:gd name="connsiteX4" fmla="*/ 0 w 6705262"/>
              <a:gd name="connsiteY4" fmla="*/ 4074113 h 4584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5262" h="4584651">
                <a:moveTo>
                  <a:pt x="1580257" y="0"/>
                </a:moveTo>
                <a:lnTo>
                  <a:pt x="6705262" y="1987873"/>
                </a:lnTo>
                <a:lnTo>
                  <a:pt x="6705262" y="4584651"/>
                </a:lnTo>
                <a:lnTo>
                  <a:pt x="0" y="4584651"/>
                </a:lnTo>
                <a:lnTo>
                  <a:pt x="0" y="40741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PA-原创小红书雷点PPT禁止盗用"/>
          <p:cNvSpPr/>
          <p:nvPr>
            <p:custDataLst>
              <p:tags r:id="rId57"/>
            </p:custDataLst>
          </p:nvPr>
        </p:nvSpPr>
        <p:spPr>
          <a:xfrm>
            <a:off x="26538" y="1756036"/>
            <a:ext cx="12165462" cy="5101964"/>
          </a:xfrm>
          <a:custGeom>
            <a:avLst/>
            <a:gdLst>
              <a:gd name="connsiteX0" fmla="*/ 0 w 12165462"/>
              <a:gd name="connsiteY0" fmla="*/ 0 h 5101964"/>
              <a:gd name="connsiteX1" fmla="*/ 12165462 w 12165462"/>
              <a:gd name="connsiteY1" fmla="*/ 0 h 5101964"/>
              <a:gd name="connsiteX2" fmla="*/ 12165462 w 12165462"/>
              <a:gd name="connsiteY2" fmla="*/ 5101964 h 5101964"/>
              <a:gd name="connsiteX3" fmla="*/ 0 w 12165462"/>
              <a:gd name="connsiteY3" fmla="*/ 5101964 h 5101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65462" h="5101964">
                <a:moveTo>
                  <a:pt x="0" y="0"/>
                </a:moveTo>
                <a:lnTo>
                  <a:pt x="12165462" y="0"/>
                </a:lnTo>
                <a:lnTo>
                  <a:pt x="12165462" y="5101964"/>
                </a:lnTo>
                <a:lnTo>
                  <a:pt x="0" y="5101964"/>
                </a:lnTo>
                <a:close/>
              </a:path>
            </a:pathLst>
          </a:custGeom>
          <a:gradFill flip="none" rotWithShape="1">
            <a:gsLst>
              <a:gs pos="36000">
                <a:srgbClr val="006BBB">
                  <a:lumMod val="0"/>
                  <a:lumOff val="100000"/>
                  <a:alpha val="0"/>
                </a:srgbClr>
              </a:gs>
              <a:gs pos="59000">
                <a:srgbClr val="006BBB">
                  <a:lumMod val="0"/>
                  <a:lumOff val="100000"/>
                  <a:alpha val="43000"/>
                </a:srgbClr>
              </a:gs>
              <a:gs pos="77000">
                <a:srgbClr val="006BBB">
                  <a:lumMod val="0"/>
                  <a:lumOff val="100000"/>
                  <a:alpha val="0"/>
                </a:srgbClr>
              </a:gs>
            </a:gsLst>
            <a:lin ang="5400000" scaled="1"/>
            <a:tileRect/>
          </a:gradFill>
          <a:ln w="0"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600" b="0" i="0" u="none" strike="noStrike" kern="1200" cap="none" spc="0" normalizeH="0" baseline="0" noProof="0">
              <a:ln>
                <a:noFill/>
              </a:ln>
              <a:solidFill>
                <a:srgbClr val="2D3847"/>
              </a:solidFill>
              <a:effectLst>
                <a:glow>
                  <a:srgbClr val="000000"/>
                </a:glow>
              </a:effectLst>
              <a:uLnTx/>
              <a:uFillTx/>
              <a:latin typeface="演示新手书" panose="00000500000000000000" pitchFamily="50" charset="-122"/>
              <a:ea typeface="演示新手书" panose="00000500000000000000" pitchFamily="50" charset="-122"/>
              <a:cs typeface="+mn-cs"/>
            </a:endParaRPr>
          </a:p>
        </p:txBody>
      </p:sp>
      <p:sp>
        <p:nvSpPr>
          <p:cNvPr id="1040" name="PA-原创小红书雷点PPT禁止盗用"/>
          <p:cNvSpPr/>
          <p:nvPr>
            <p:custDataLst>
              <p:tags r:id="rId58"/>
            </p:custDataLst>
          </p:nvPr>
        </p:nvSpPr>
        <p:spPr>
          <a:xfrm>
            <a:off x="26538" y="1756036"/>
            <a:ext cx="12165462" cy="5101964"/>
          </a:xfrm>
          <a:custGeom>
            <a:avLst/>
            <a:gdLst>
              <a:gd name="connsiteX0" fmla="*/ 0 w 12165462"/>
              <a:gd name="connsiteY0" fmla="*/ 0 h 5101964"/>
              <a:gd name="connsiteX1" fmla="*/ 12165462 w 12165462"/>
              <a:gd name="connsiteY1" fmla="*/ 0 h 5101964"/>
              <a:gd name="connsiteX2" fmla="*/ 12165462 w 12165462"/>
              <a:gd name="connsiteY2" fmla="*/ 5101964 h 5101964"/>
              <a:gd name="connsiteX3" fmla="*/ 0 w 12165462"/>
              <a:gd name="connsiteY3" fmla="*/ 5101964 h 5101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65462" h="5101964">
                <a:moveTo>
                  <a:pt x="0" y="0"/>
                </a:moveTo>
                <a:lnTo>
                  <a:pt x="12165462" y="0"/>
                </a:lnTo>
                <a:lnTo>
                  <a:pt x="12165462" y="5101964"/>
                </a:lnTo>
                <a:lnTo>
                  <a:pt x="0" y="5101964"/>
                </a:lnTo>
                <a:close/>
              </a:path>
            </a:pathLst>
          </a:custGeom>
          <a:gradFill flip="none" rotWithShape="1">
            <a:gsLst>
              <a:gs pos="36000">
                <a:srgbClr val="006BBB">
                  <a:lumMod val="0"/>
                  <a:lumOff val="100000"/>
                  <a:alpha val="0"/>
                </a:srgbClr>
              </a:gs>
              <a:gs pos="59000">
                <a:srgbClr val="006BBB">
                  <a:lumMod val="0"/>
                  <a:lumOff val="100000"/>
                  <a:alpha val="43000"/>
                </a:srgbClr>
              </a:gs>
              <a:gs pos="77000">
                <a:srgbClr val="006BBB">
                  <a:lumMod val="0"/>
                  <a:lumOff val="100000"/>
                  <a:alpha val="0"/>
                </a:srgbClr>
              </a:gs>
            </a:gsLst>
            <a:lin ang="5400000" scaled="1"/>
            <a:tileRect/>
          </a:gradFill>
          <a:ln w="0"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600" b="0" i="0" u="none" strike="noStrike" kern="1200" cap="none" spc="0" normalizeH="0" baseline="0" noProof="0">
              <a:ln>
                <a:noFill/>
              </a:ln>
              <a:solidFill>
                <a:srgbClr val="2D3847"/>
              </a:solidFill>
              <a:effectLst>
                <a:glow>
                  <a:srgbClr val="000000"/>
                </a:glow>
              </a:effectLst>
              <a:uLnTx/>
              <a:uFillTx/>
              <a:latin typeface="演示新手书" panose="00000500000000000000" pitchFamily="50" charset="-122"/>
              <a:ea typeface="演示新手书" panose="00000500000000000000" pitchFamily="50" charset="-122"/>
              <a:cs typeface="+mn-cs"/>
            </a:endParaRPr>
          </a:p>
        </p:txBody>
      </p:sp>
      <p:sp>
        <p:nvSpPr>
          <p:cNvPr id="1041" name="PA-原创小红书雷点PPT禁止盗用"/>
          <p:cNvSpPr/>
          <p:nvPr>
            <p:custDataLst>
              <p:tags r:id="rId59"/>
            </p:custDataLst>
          </p:nvPr>
        </p:nvSpPr>
        <p:spPr>
          <a:xfrm>
            <a:off x="26538" y="1756036"/>
            <a:ext cx="12165462" cy="5101964"/>
          </a:xfrm>
          <a:custGeom>
            <a:avLst/>
            <a:gdLst>
              <a:gd name="connsiteX0" fmla="*/ 0 w 12165462"/>
              <a:gd name="connsiteY0" fmla="*/ 0 h 5101964"/>
              <a:gd name="connsiteX1" fmla="*/ 12165462 w 12165462"/>
              <a:gd name="connsiteY1" fmla="*/ 0 h 5101964"/>
              <a:gd name="connsiteX2" fmla="*/ 12165462 w 12165462"/>
              <a:gd name="connsiteY2" fmla="*/ 5101964 h 5101964"/>
              <a:gd name="connsiteX3" fmla="*/ 0 w 12165462"/>
              <a:gd name="connsiteY3" fmla="*/ 5101964 h 5101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65462" h="5101964">
                <a:moveTo>
                  <a:pt x="0" y="0"/>
                </a:moveTo>
                <a:lnTo>
                  <a:pt x="12165462" y="0"/>
                </a:lnTo>
                <a:lnTo>
                  <a:pt x="12165462" y="5101964"/>
                </a:lnTo>
                <a:lnTo>
                  <a:pt x="0" y="5101964"/>
                </a:lnTo>
                <a:close/>
              </a:path>
            </a:pathLst>
          </a:custGeom>
          <a:gradFill flip="none" rotWithShape="1">
            <a:gsLst>
              <a:gs pos="36000">
                <a:srgbClr val="006BBB">
                  <a:lumMod val="0"/>
                  <a:lumOff val="100000"/>
                  <a:alpha val="0"/>
                </a:srgbClr>
              </a:gs>
              <a:gs pos="59000">
                <a:srgbClr val="006BBB">
                  <a:lumMod val="0"/>
                  <a:lumOff val="100000"/>
                  <a:alpha val="43000"/>
                </a:srgbClr>
              </a:gs>
              <a:gs pos="77000">
                <a:srgbClr val="006BBB">
                  <a:lumMod val="0"/>
                  <a:lumOff val="100000"/>
                  <a:alpha val="0"/>
                </a:srgbClr>
              </a:gs>
            </a:gsLst>
            <a:lin ang="5400000" scaled="1"/>
            <a:tileRect/>
          </a:gradFill>
          <a:ln w="0"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600" b="0" i="0" u="none" strike="noStrike" kern="1200" cap="none" spc="0" normalizeH="0" baseline="0" noProof="0">
              <a:ln>
                <a:noFill/>
              </a:ln>
              <a:solidFill>
                <a:srgbClr val="2D3847"/>
              </a:solidFill>
              <a:effectLst>
                <a:glow>
                  <a:srgbClr val="000000"/>
                </a:glow>
              </a:effectLst>
              <a:uLnTx/>
              <a:uFillTx/>
              <a:latin typeface="演示新手书" panose="00000500000000000000" pitchFamily="50" charset="-122"/>
              <a:ea typeface="演示新手书" panose="00000500000000000000" pitchFamily="50" charset="-122"/>
              <a:cs typeface="+mn-cs"/>
            </a:endParaRPr>
          </a:p>
        </p:txBody>
      </p:sp>
      <p:sp>
        <p:nvSpPr>
          <p:cNvPr id="1042" name="PA-原创小红书雷点PPT禁止盗用"/>
          <p:cNvSpPr/>
          <p:nvPr>
            <p:custDataLst>
              <p:tags r:id="rId60"/>
            </p:custDataLst>
          </p:nvPr>
        </p:nvSpPr>
        <p:spPr>
          <a:xfrm>
            <a:off x="26538" y="1756036"/>
            <a:ext cx="12165462" cy="5101964"/>
          </a:xfrm>
          <a:custGeom>
            <a:avLst/>
            <a:gdLst>
              <a:gd name="connsiteX0" fmla="*/ 0 w 12165462"/>
              <a:gd name="connsiteY0" fmla="*/ 0 h 5101964"/>
              <a:gd name="connsiteX1" fmla="*/ 12165462 w 12165462"/>
              <a:gd name="connsiteY1" fmla="*/ 0 h 5101964"/>
              <a:gd name="connsiteX2" fmla="*/ 12165462 w 12165462"/>
              <a:gd name="connsiteY2" fmla="*/ 5101964 h 5101964"/>
              <a:gd name="connsiteX3" fmla="*/ 0 w 12165462"/>
              <a:gd name="connsiteY3" fmla="*/ 5101964 h 5101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65462" h="5101964">
                <a:moveTo>
                  <a:pt x="0" y="0"/>
                </a:moveTo>
                <a:lnTo>
                  <a:pt x="12165462" y="0"/>
                </a:lnTo>
                <a:lnTo>
                  <a:pt x="12165462" y="5101964"/>
                </a:lnTo>
                <a:lnTo>
                  <a:pt x="0" y="5101964"/>
                </a:lnTo>
                <a:close/>
              </a:path>
            </a:pathLst>
          </a:custGeom>
          <a:gradFill flip="none" rotWithShape="1">
            <a:gsLst>
              <a:gs pos="36000">
                <a:srgbClr val="006BBB">
                  <a:lumMod val="0"/>
                  <a:lumOff val="100000"/>
                  <a:alpha val="0"/>
                </a:srgbClr>
              </a:gs>
              <a:gs pos="59000">
                <a:srgbClr val="006BBB">
                  <a:lumMod val="0"/>
                  <a:lumOff val="100000"/>
                  <a:alpha val="43000"/>
                </a:srgbClr>
              </a:gs>
              <a:gs pos="77000">
                <a:srgbClr val="006BBB">
                  <a:lumMod val="0"/>
                  <a:lumOff val="100000"/>
                  <a:alpha val="0"/>
                </a:srgbClr>
              </a:gs>
            </a:gsLst>
            <a:lin ang="5400000" scaled="1"/>
            <a:tileRect/>
          </a:gradFill>
          <a:ln w="0"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600" b="0" i="0" u="none" strike="noStrike" kern="1200" cap="none" spc="0" normalizeH="0" baseline="0" noProof="0">
              <a:ln>
                <a:noFill/>
              </a:ln>
              <a:solidFill>
                <a:srgbClr val="2D3847"/>
              </a:solidFill>
              <a:effectLst>
                <a:glow>
                  <a:srgbClr val="000000"/>
                </a:glow>
              </a:effectLst>
              <a:uLnTx/>
              <a:uFillTx/>
              <a:latin typeface="演示新手书" panose="00000500000000000000" pitchFamily="50" charset="-122"/>
              <a:ea typeface="演示新手书" panose="00000500000000000000" pitchFamily="50" charset="-122"/>
              <a:cs typeface="+mn-cs"/>
            </a:endParaRPr>
          </a:p>
        </p:txBody>
      </p:sp>
      <p:pic>
        <p:nvPicPr>
          <p:cNvPr id="1037" name="PA-原创小红书雷点PPT禁止盗用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 cstate="screen">
            <a:lum bright="70000" contrast="-70000"/>
          </a:blip>
          <a:srcRect/>
          <a:stretch>
            <a:fillRect/>
          </a:stretch>
        </p:blipFill>
        <p:spPr>
          <a:xfrm>
            <a:off x="1321499" y="0"/>
            <a:ext cx="10320486" cy="5137049"/>
          </a:xfrm>
          <a:custGeom>
            <a:avLst/>
            <a:gdLst>
              <a:gd name="connsiteX0" fmla="*/ 0 w 10320486"/>
              <a:gd name="connsiteY0" fmla="*/ 0 h 5137049"/>
              <a:gd name="connsiteX1" fmla="*/ 10320486 w 10320486"/>
              <a:gd name="connsiteY1" fmla="*/ 0 h 5137049"/>
              <a:gd name="connsiteX2" fmla="*/ 10320486 w 10320486"/>
              <a:gd name="connsiteY2" fmla="*/ 5137049 h 5137049"/>
              <a:gd name="connsiteX3" fmla="*/ 0 w 10320486"/>
              <a:gd name="connsiteY3" fmla="*/ 5137049 h 5137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20486" h="5137049">
                <a:moveTo>
                  <a:pt x="0" y="0"/>
                </a:moveTo>
                <a:lnTo>
                  <a:pt x="10320486" y="0"/>
                </a:lnTo>
                <a:lnTo>
                  <a:pt x="10320486" y="5137049"/>
                </a:lnTo>
                <a:lnTo>
                  <a:pt x="0" y="5137049"/>
                </a:lnTo>
                <a:close/>
              </a:path>
            </a:pathLst>
          </a:custGeom>
        </p:spPr>
      </p:pic>
      <p:pic>
        <p:nvPicPr>
          <p:cNvPr id="3090" name="PA-原创小红书雷点PPT禁止盗用" descr="查看图片"/>
          <p:cNvPicPr>
            <a:picLocks noChangeAspect="1" noChangeArrowheads="1"/>
          </p:cNvPicPr>
          <p:nvPr>
            <p:custDataLst>
              <p:tags r:id="rId63"/>
            </p:custDataLst>
          </p:nvPr>
        </p:nvPicPr>
        <p:blipFill>
          <a:blip r:embed="rId64">
            <a:alphaModFix amt="59000"/>
          </a:blip>
          <a:srcRect/>
          <a:stretch>
            <a:fillRect/>
          </a:stretch>
        </p:blipFill>
        <p:spPr bwMode="auto">
          <a:xfrm>
            <a:off x="952205" y="350366"/>
            <a:ext cx="8762360" cy="564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A-原创小红书雷点PPT禁止盗用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 cstate="screen"/>
          <a:srcRect l="12666" t="11945" r="11954"/>
          <a:stretch>
            <a:fillRect/>
          </a:stretch>
        </p:blipFill>
        <p:spPr>
          <a:xfrm>
            <a:off x="952500" y="-2227579"/>
            <a:ext cx="12192000" cy="6017881"/>
          </a:xfrm>
          <a:custGeom>
            <a:avLst/>
            <a:gdLst>
              <a:gd name="connsiteX0" fmla="*/ 0 w 12192000"/>
              <a:gd name="connsiteY0" fmla="*/ 0 h 6017881"/>
              <a:gd name="connsiteX1" fmla="*/ 12192000 w 12192000"/>
              <a:gd name="connsiteY1" fmla="*/ 0 h 6017881"/>
              <a:gd name="connsiteX2" fmla="*/ 12192000 w 12192000"/>
              <a:gd name="connsiteY2" fmla="*/ 6017881 h 6017881"/>
              <a:gd name="connsiteX3" fmla="*/ 0 w 12192000"/>
              <a:gd name="connsiteY3" fmla="*/ 6017881 h 6017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017881">
                <a:moveTo>
                  <a:pt x="0" y="0"/>
                </a:moveTo>
                <a:lnTo>
                  <a:pt x="12192000" y="0"/>
                </a:lnTo>
                <a:lnTo>
                  <a:pt x="12192000" y="6017881"/>
                </a:lnTo>
                <a:lnTo>
                  <a:pt x="0" y="6017881"/>
                </a:lnTo>
                <a:close/>
              </a:path>
            </a:pathLst>
          </a:custGeom>
        </p:spPr>
      </p:pic>
      <p:pic>
        <p:nvPicPr>
          <p:cNvPr id="5" name="PA-原创小红书雷点PPT禁止盗用" descr="查看图片"/>
          <p:cNvPicPr>
            <a:picLocks noChangeAspect="1" noChangeArrowheads="1"/>
          </p:cNvPicPr>
          <p:nvPr>
            <p:custDataLst>
              <p:tags r:id="rId67"/>
            </p:custDataLst>
          </p:nvPr>
        </p:nvPicPr>
        <p:blipFill>
          <a:blip r:embed="rId68" cstate="screen"/>
          <a:srcRect/>
          <a:stretch>
            <a:fillRect/>
          </a:stretch>
        </p:blipFill>
        <p:spPr bwMode="auto">
          <a:xfrm rot="670551">
            <a:off x="7437005" y="662983"/>
            <a:ext cx="4704346" cy="431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A-原创小红书雷点PPT禁止盗用"/>
          <p:cNvPicPr/>
          <p:nvPr>
            <p:custDataLst>
              <p:tags r:id="rId69"/>
            </p:custDataLst>
          </p:nvPr>
        </p:nvPicPr>
        <p:blipFill>
          <a:blip r:embed="rId50" r:link="rId51" cstate="screen">
            <a:alphaModFix amt="50000"/>
          </a:blip>
          <a:stretch>
            <a:fillRect/>
          </a:stretch>
        </p:blipFill>
        <p:spPr>
          <a:xfrm rot="15635285">
            <a:off x="4885753" y="158256"/>
            <a:ext cx="4148629" cy="4243130"/>
          </a:xfrm>
          <a:prstGeom prst="rect">
            <a:avLst/>
          </a:prstGeom>
        </p:spPr>
      </p:pic>
      <p:pic>
        <p:nvPicPr>
          <p:cNvPr id="9" name="PA-原创小红书雷点PPT禁止盗用" descr="查看图片"/>
          <p:cNvPicPr>
            <a:picLocks noChangeAspect="1" noChangeArrowheads="1"/>
          </p:cNvPicPr>
          <p:nvPr>
            <p:custDataLst>
              <p:tags r:id="rId70"/>
            </p:custDataLst>
          </p:nvPr>
        </p:nvPicPr>
        <p:blipFill>
          <a:blip r:embed="rId68" cstate="screen"/>
          <a:srcRect/>
          <a:stretch>
            <a:fillRect/>
          </a:stretch>
        </p:blipFill>
        <p:spPr bwMode="auto">
          <a:xfrm rot="670551">
            <a:off x="7159027" y="1178228"/>
            <a:ext cx="4704346" cy="431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A-原创小红书雷点PPT禁止盗用"/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2" cstate="screen"/>
          <a:srcRect/>
          <a:stretch>
            <a:fillRect/>
          </a:stretch>
        </p:blipFill>
        <p:spPr>
          <a:xfrm>
            <a:off x="7443085" y="35845"/>
            <a:ext cx="4748916" cy="5861438"/>
          </a:xfrm>
          <a:custGeom>
            <a:avLst/>
            <a:gdLst>
              <a:gd name="connsiteX0" fmla="*/ 0 w 6878893"/>
              <a:gd name="connsiteY0" fmla="*/ 0 h 5861438"/>
              <a:gd name="connsiteX1" fmla="*/ 6878893 w 6878893"/>
              <a:gd name="connsiteY1" fmla="*/ 0 h 5861438"/>
              <a:gd name="connsiteX2" fmla="*/ 6878893 w 6878893"/>
              <a:gd name="connsiteY2" fmla="*/ 5861438 h 5861438"/>
              <a:gd name="connsiteX3" fmla="*/ 0 w 6878893"/>
              <a:gd name="connsiteY3" fmla="*/ 5861438 h 5861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893" h="5861438">
                <a:moveTo>
                  <a:pt x="0" y="0"/>
                </a:moveTo>
                <a:lnTo>
                  <a:pt x="6878893" y="0"/>
                </a:lnTo>
                <a:lnTo>
                  <a:pt x="6878893" y="5861438"/>
                </a:lnTo>
                <a:lnTo>
                  <a:pt x="0" y="5861438"/>
                </a:lnTo>
                <a:close/>
              </a:path>
            </a:pathLst>
          </a:custGeom>
        </p:spPr>
      </p:pic>
      <p:pic>
        <p:nvPicPr>
          <p:cNvPr id="26" name="PA-原创小红书雷点PPT禁止盗用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4"/>
          <a:stretch>
            <a:fillRect/>
          </a:stretch>
        </p:blipFill>
        <p:spPr>
          <a:xfrm rot="5820080">
            <a:off x="4357715" y="-519200"/>
            <a:ext cx="3476568" cy="7896400"/>
          </a:xfrm>
          <a:prstGeom prst="rect">
            <a:avLst/>
          </a:prstGeom>
        </p:spPr>
      </p:pic>
      <p:pic>
        <p:nvPicPr>
          <p:cNvPr id="40" name="PA-原创小红书雷点PPT禁止盗用"/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6">
            <a:lum bright="70000" contrast="-70000"/>
          </a:blip>
          <a:stretch>
            <a:fillRect/>
          </a:stretch>
        </p:blipFill>
        <p:spPr>
          <a:xfrm>
            <a:off x="546019" y="307293"/>
            <a:ext cx="1340103" cy="2257956"/>
          </a:xfrm>
          <a:prstGeom prst="rect">
            <a:avLst/>
          </a:prstGeom>
        </p:spPr>
      </p:pic>
      <p:sp>
        <p:nvSpPr>
          <p:cNvPr id="70" name="PA-原创小红书雷点PPT禁止盗用"/>
          <p:cNvSpPr/>
          <p:nvPr>
            <p:custDataLst>
              <p:tags r:id="rId77"/>
            </p:custDataLst>
          </p:nvPr>
        </p:nvSpPr>
        <p:spPr>
          <a:xfrm>
            <a:off x="4560773" y="3380664"/>
            <a:ext cx="3070454" cy="3070454"/>
          </a:xfrm>
          <a:prstGeom prst="ellipse">
            <a:avLst/>
          </a:prstGeom>
          <a:gradFill flip="none" rotWithShape="1">
            <a:gsLst>
              <a:gs pos="63000">
                <a:srgbClr val="198FBE">
                  <a:alpha val="0"/>
                  <a:lumMod val="0"/>
                  <a:lumOff val="100000"/>
                </a:srgbClr>
              </a:gs>
              <a:gs pos="0">
                <a:srgbClr val="006BBB">
                  <a:lumMod val="0"/>
                  <a:lumOff val="100000"/>
                  <a:alpha val="58000"/>
                </a:srgbClr>
              </a:gs>
            </a:gsLst>
            <a:path path="circle">
              <a:fillToRect l="50000" t="50000" r="50000" b="50000"/>
            </a:path>
            <a:tileRect/>
          </a:gradFill>
          <a:ln w="0"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600" b="0" i="0" u="none" strike="noStrike" kern="1200" cap="none" spc="0" normalizeH="0" baseline="0" noProof="0">
              <a:ln>
                <a:noFill/>
              </a:ln>
              <a:solidFill>
                <a:srgbClr val="2D3847"/>
              </a:solidFill>
              <a:effectLst>
                <a:glow>
                  <a:srgbClr val="000000"/>
                </a:glow>
              </a:effectLst>
              <a:uLnTx/>
              <a:uFillTx/>
              <a:latin typeface="演示新手书" panose="00000500000000000000" pitchFamily="50" charset="-122"/>
              <a:ea typeface="演示新手书" panose="00000500000000000000" pitchFamily="50" charset="-122"/>
              <a:cs typeface="+mn-cs"/>
            </a:endParaRPr>
          </a:p>
        </p:txBody>
      </p:sp>
      <p:pic>
        <p:nvPicPr>
          <p:cNvPr id="41" name="PA-原创小红书雷点PPT禁止盗用"/>
          <p:cNvPicPr>
            <a:picLocks noChangeAspect="1"/>
          </p:cNvPicPr>
          <p:nvPr>
            <p:custDataLst>
              <p:tags r:id="rId78"/>
            </p:custDataLst>
          </p:nvPr>
        </p:nvPicPr>
        <p:blipFill>
          <a:blip r:embed="rId76">
            <a:lum bright="70000" contrast="-70000"/>
          </a:blip>
          <a:stretch>
            <a:fillRect/>
          </a:stretch>
        </p:blipFill>
        <p:spPr>
          <a:xfrm>
            <a:off x="1282793" y="682325"/>
            <a:ext cx="1340103" cy="2257956"/>
          </a:xfrm>
          <a:prstGeom prst="rect">
            <a:avLst/>
          </a:prstGeom>
        </p:spPr>
      </p:pic>
      <p:pic>
        <p:nvPicPr>
          <p:cNvPr id="22" name="PA-原创小红书雷点PPT禁止盗用" descr="查看图片"/>
          <p:cNvPicPr>
            <a:picLocks noChangeAspect="1" noChangeArrowheads="1"/>
          </p:cNvPicPr>
          <p:nvPr>
            <p:custDataLst>
              <p:tags r:id="rId79"/>
            </p:custDataLst>
          </p:nvPr>
        </p:nvPicPr>
        <p:blipFill>
          <a:blip r:embed="rId80" cstate="screen">
            <a:alphaModFix amt="50000"/>
          </a:blip>
          <a:srcRect/>
          <a:stretch>
            <a:fillRect/>
          </a:stretch>
        </p:blipFill>
        <p:spPr bwMode="auto">
          <a:xfrm rot="14187641">
            <a:off x="1534329" y="721095"/>
            <a:ext cx="3643608" cy="372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PA-原创小红书雷点PPT禁止盗用"/>
          <p:cNvGrpSpPr/>
          <p:nvPr>
            <p:custDataLst>
              <p:tags r:id="rId81"/>
            </p:custDataLst>
          </p:nvPr>
        </p:nvGrpSpPr>
        <p:grpSpPr>
          <a:xfrm>
            <a:off x="660400" y="450850"/>
            <a:ext cx="11306175" cy="663575"/>
            <a:chOff x="442913" y="389138"/>
            <a:chExt cx="11306175" cy="663575"/>
          </a:xfrm>
        </p:grpSpPr>
        <p:sp>
          <p:nvSpPr>
            <p:cNvPr id="36" name="PA-文本框 14"/>
            <p:cNvSpPr txBox="1"/>
            <p:nvPr>
              <p:custDataLst>
                <p:tags r:id="rId82"/>
              </p:custDataLst>
            </p:nvPr>
          </p:nvSpPr>
          <p:spPr>
            <a:xfrm>
              <a:off x="997268" y="424063"/>
              <a:ext cx="2156460" cy="628650"/>
            </a:xfrm>
            <a:prstGeom prst="rect">
              <a:avLst/>
            </a:prstGeom>
            <a:noFill/>
          </p:spPr>
          <p:txBody>
            <a:bodyPr wrap="square" lIns="91417" tIns="45709" rIns="91417" bIns="45709" rtlCol="0">
              <a:spAutoFit/>
            </a:bodyPr>
            <a:lstStyle>
              <a:defPPr>
                <a:defRPr lang="zh-CN"/>
              </a:defPPr>
              <a:lvl1pPr lvl="0" algn="dist">
                <a:defRPr sz="2400" b="1">
                  <a:solidFill>
                    <a:srgbClr val="0E419C"/>
                  </a:solidFill>
                  <a:latin typeface="微软雅黑" panose="020B0503020204020204" charset="-122"/>
                  <a:cs typeface="+mn-ea"/>
                </a:defRPr>
              </a:lvl1pPr>
            </a:lstStyle>
            <a:p>
              <a:pPr marL="0" marR="0" lvl="0" indent="0" algn="di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5000">
                        <a:srgbClr val="0045B4"/>
                      </a:gs>
                      <a:gs pos="100000">
                        <a:srgbClr val="0040A8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优设标题黑" panose="00000500000000000000" pitchFamily="2" charset="-122"/>
                  <a:ea typeface="优设标题黑" panose="00000500000000000000" pitchFamily="2" charset="-122"/>
                  <a:cs typeface="Arial" panose="020B0604020202020204" pitchFamily="34" charset="0"/>
                </a:rPr>
                <a:t>项目背景</a:t>
              </a:r>
              <a:endParaRPr kumimoji="1" lang="zh-CN" altLang="en-US" sz="35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25000">
                      <a:srgbClr val="0045B4"/>
                    </a:gs>
                    <a:gs pos="100000">
                      <a:srgbClr val="0040A8"/>
                    </a:gs>
                  </a:gsLst>
                  <a:lin ang="5400000" scaled="1"/>
                </a:gra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8" name="PA-任意多边形 37"/>
            <p:cNvSpPr/>
            <p:nvPr>
              <p:custDataLst>
                <p:tags r:id="rId83"/>
              </p:custDataLst>
            </p:nvPr>
          </p:nvSpPr>
          <p:spPr>
            <a:xfrm>
              <a:off x="3152817" y="712283"/>
              <a:ext cx="1472417" cy="219075"/>
            </a:xfrm>
            <a:custGeom>
              <a:avLst/>
              <a:gdLst>
                <a:gd name="connsiteX0" fmla="*/ 0 w 2514600"/>
                <a:gd name="connsiteY0" fmla="*/ 219075 h 219075"/>
                <a:gd name="connsiteX1" fmla="*/ 1114425 w 2514600"/>
                <a:gd name="connsiteY1" fmla="*/ 219075 h 219075"/>
                <a:gd name="connsiteX2" fmla="*/ 1381125 w 2514600"/>
                <a:gd name="connsiteY2" fmla="*/ 0 h 219075"/>
                <a:gd name="connsiteX3" fmla="*/ 2514600 w 2514600"/>
                <a:gd name="connsiteY3" fmla="*/ 0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4600" h="219075">
                  <a:moveTo>
                    <a:pt x="0" y="219075"/>
                  </a:moveTo>
                  <a:lnTo>
                    <a:pt x="1114425" y="219075"/>
                  </a:lnTo>
                  <a:lnTo>
                    <a:pt x="1381125" y="0"/>
                  </a:lnTo>
                  <a:lnTo>
                    <a:pt x="251460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15000">
                    <a:srgbClr val="0E419C"/>
                  </a:gs>
                  <a:gs pos="100000">
                    <a:srgbClr val="0E419C">
                      <a:alpha val="0"/>
                    </a:srgb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Light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2" name="PA-任意多边形 41"/>
            <p:cNvSpPr/>
            <p:nvPr>
              <p:custDataLst>
                <p:tags r:id="rId84"/>
              </p:custDataLst>
            </p:nvPr>
          </p:nvSpPr>
          <p:spPr>
            <a:xfrm>
              <a:off x="2443375" y="819607"/>
              <a:ext cx="1090203" cy="175993"/>
            </a:xfrm>
            <a:custGeom>
              <a:avLst/>
              <a:gdLst>
                <a:gd name="connsiteX0" fmla="*/ 0 w 2514600"/>
                <a:gd name="connsiteY0" fmla="*/ 219075 h 219075"/>
                <a:gd name="connsiteX1" fmla="*/ 1114425 w 2514600"/>
                <a:gd name="connsiteY1" fmla="*/ 219075 h 219075"/>
                <a:gd name="connsiteX2" fmla="*/ 1381125 w 2514600"/>
                <a:gd name="connsiteY2" fmla="*/ 0 h 219075"/>
                <a:gd name="connsiteX3" fmla="*/ 2514600 w 2514600"/>
                <a:gd name="connsiteY3" fmla="*/ 0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4600" h="219075">
                  <a:moveTo>
                    <a:pt x="0" y="219075"/>
                  </a:moveTo>
                  <a:lnTo>
                    <a:pt x="1114425" y="219075"/>
                  </a:lnTo>
                  <a:lnTo>
                    <a:pt x="1381125" y="0"/>
                  </a:lnTo>
                  <a:lnTo>
                    <a:pt x="2514600" y="0"/>
                  </a:lnTo>
                </a:path>
              </a:pathLst>
            </a:custGeom>
            <a:noFill/>
            <a:ln w="19050" cap="flat" cmpd="sng" algn="ctr">
              <a:gradFill>
                <a:gsLst>
                  <a:gs pos="15000">
                    <a:srgbClr val="0E419C"/>
                  </a:gs>
                  <a:gs pos="100000">
                    <a:srgbClr val="0E419C">
                      <a:alpha val="0"/>
                    </a:srgb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Light" panose="020B0502040204020203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44" name="PA-直接连接符 43"/>
            <p:cNvCxnSpPr/>
            <p:nvPr>
              <p:custDataLst>
                <p:tags r:id="rId85"/>
              </p:custDataLst>
            </p:nvPr>
          </p:nvCxnSpPr>
          <p:spPr>
            <a:xfrm flipH="1">
              <a:off x="442913" y="999762"/>
              <a:ext cx="2268000" cy="0"/>
            </a:xfrm>
            <a:prstGeom prst="line">
              <a:avLst/>
            </a:prstGeom>
            <a:noFill/>
            <a:ln w="19050" cap="flat" cmpd="sng" algn="ctr">
              <a:gradFill>
                <a:gsLst>
                  <a:gs pos="15000">
                    <a:srgbClr val="0E419C"/>
                  </a:gs>
                  <a:gs pos="100000">
                    <a:srgbClr val="0E419C">
                      <a:alpha val="0"/>
                    </a:srgb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51" name="PA-直接连接符 50"/>
            <p:cNvCxnSpPr/>
            <p:nvPr>
              <p:custDataLst>
                <p:tags r:id="rId86"/>
              </p:custDataLst>
            </p:nvPr>
          </p:nvCxnSpPr>
          <p:spPr>
            <a:xfrm flipH="1">
              <a:off x="1098520" y="444965"/>
              <a:ext cx="10650568" cy="0"/>
            </a:xfrm>
            <a:prstGeom prst="line">
              <a:avLst/>
            </a:prstGeom>
            <a:noFill/>
            <a:ln w="19050" cap="flat" cmpd="sng" algn="ctr">
              <a:gradFill>
                <a:gsLst>
                  <a:gs pos="100000">
                    <a:srgbClr val="0E419C">
                      <a:alpha val="57000"/>
                    </a:srgbClr>
                  </a:gs>
                  <a:gs pos="0">
                    <a:srgbClr val="0E419C">
                      <a:alpha val="0"/>
                    </a:srgb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52" name="PA-任意多边形 51"/>
            <p:cNvSpPr/>
            <p:nvPr>
              <p:custDataLst>
                <p:tags r:id="rId87"/>
              </p:custDataLst>
            </p:nvPr>
          </p:nvSpPr>
          <p:spPr>
            <a:xfrm flipH="1">
              <a:off x="4039632" y="775557"/>
              <a:ext cx="391062" cy="118704"/>
            </a:xfrm>
            <a:custGeom>
              <a:avLst/>
              <a:gdLst>
                <a:gd name="connsiteX0" fmla="*/ 77346 w 391062"/>
                <a:gd name="connsiteY0" fmla="*/ 0 h 118704"/>
                <a:gd name="connsiteX1" fmla="*/ 32766 w 391062"/>
                <a:gd name="connsiteY1" fmla="*/ 0 h 118704"/>
                <a:gd name="connsiteX2" fmla="*/ 0 w 391062"/>
                <a:gd name="connsiteY2" fmla="*/ 118704 h 118704"/>
                <a:gd name="connsiteX3" fmla="*/ 44580 w 391062"/>
                <a:gd name="connsiteY3" fmla="*/ 118704 h 118704"/>
                <a:gd name="connsiteX4" fmla="*/ 155776 w 391062"/>
                <a:gd name="connsiteY4" fmla="*/ 0 h 118704"/>
                <a:gd name="connsiteX5" fmla="*/ 111196 w 391062"/>
                <a:gd name="connsiteY5" fmla="*/ 0 h 118704"/>
                <a:gd name="connsiteX6" fmla="*/ 78430 w 391062"/>
                <a:gd name="connsiteY6" fmla="*/ 118704 h 118704"/>
                <a:gd name="connsiteX7" fmla="*/ 123010 w 391062"/>
                <a:gd name="connsiteY7" fmla="*/ 118704 h 118704"/>
                <a:gd name="connsiteX8" fmla="*/ 234206 w 391062"/>
                <a:gd name="connsiteY8" fmla="*/ 0 h 118704"/>
                <a:gd name="connsiteX9" fmla="*/ 189626 w 391062"/>
                <a:gd name="connsiteY9" fmla="*/ 0 h 118704"/>
                <a:gd name="connsiteX10" fmla="*/ 156860 w 391062"/>
                <a:gd name="connsiteY10" fmla="*/ 118704 h 118704"/>
                <a:gd name="connsiteX11" fmla="*/ 201440 w 391062"/>
                <a:gd name="connsiteY11" fmla="*/ 118704 h 118704"/>
                <a:gd name="connsiteX12" fmla="*/ 312636 w 391062"/>
                <a:gd name="connsiteY12" fmla="*/ 0 h 118704"/>
                <a:gd name="connsiteX13" fmla="*/ 268056 w 391062"/>
                <a:gd name="connsiteY13" fmla="*/ 0 h 118704"/>
                <a:gd name="connsiteX14" fmla="*/ 235290 w 391062"/>
                <a:gd name="connsiteY14" fmla="*/ 118704 h 118704"/>
                <a:gd name="connsiteX15" fmla="*/ 279870 w 391062"/>
                <a:gd name="connsiteY15" fmla="*/ 118704 h 118704"/>
                <a:gd name="connsiteX16" fmla="*/ 391062 w 391062"/>
                <a:gd name="connsiteY16" fmla="*/ 0 h 118704"/>
                <a:gd name="connsiteX17" fmla="*/ 346482 w 391062"/>
                <a:gd name="connsiteY17" fmla="*/ 0 h 118704"/>
                <a:gd name="connsiteX18" fmla="*/ 313716 w 391062"/>
                <a:gd name="connsiteY18" fmla="*/ 118704 h 118704"/>
                <a:gd name="connsiteX19" fmla="*/ 358296 w 391062"/>
                <a:gd name="connsiteY19" fmla="*/ 118704 h 11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1062" h="118704">
                  <a:moveTo>
                    <a:pt x="77346" y="0"/>
                  </a:moveTo>
                  <a:lnTo>
                    <a:pt x="32766" y="0"/>
                  </a:lnTo>
                  <a:lnTo>
                    <a:pt x="0" y="118704"/>
                  </a:lnTo>
                  <a:lnTo>
                    <a:pt x="44580" y="118704"/>
                  </a:lnTo>
                  <a:close/>
                  <a:moveTo>
                    <a:pt x="155776" y="0"/>
                  </a:moveTo>
                  <a:lnTo>
                    <a:pt x="111196" y="0"/>
                  </a:lnTo>
                  <a:lnTo>
                    <a:pt x="78430" y="118704"/>
                  </a:lnTo>
                  <a:lnTo>
                    <a:pt x="123010" y="118704"/>
                  </a:lnTo>
                  <a:close/>
                  <a:moveTo>
                    <a:pt x="234206" y="0"/>
                  </a:moveTo>
                  <a:lnTo>
                    <a:pt x="189626" y="0"/>
                  </a:lnTo>
                  <a:lnTo>
                    <a:pt x="156860" y="118704"/>
                  </a:lnTo>
                  <a:lnTo>
                    <a:pt x="201440" y="118704"/>
                  </a:lnTo>
                  <a:close/>
                  <a:moveTo>
                    <a:pt x="312636" y="0"/>
                  </a:moveTo>
                  <a:lnTo>
                    <a:pt x="268056" y="0"/>
                  </a:lnTo>
                  <a:lnTo>
                    <a:pt x="235290" y="118704"/>
                  </a:lnTo>
                  <a:lnTo>
                    <a:pt x="279870" y="118704"/>
                  </a:lnTo>
                  <a:close/>
                  <a:moveTo>
                    <a:pt x="391062" y="0"/>
                  </a:moveTo>
                  <a:lnTo>
                    <a:pt x="346482" y="0"/>
                  </a:lnTo>
                  <a:lnTo>
                    <a:pt x="313716" y="118704"/>
                  </a:lnTo>
                  <a:lnTo>
                    <a:pt x="358296" y="118704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0E419C">
                    <a:alpha val="0"/>
                  </a:srgbClr>
                </a:gs>
                <a:gs pos="0">
                  <a:srgbClr val="0E419C"/>
                </a:gs>
              </a:gsLst>
              <a:lin ang="10800000" scaled="1"/>
              <a:tileRect/>
            </a:gradFill>
            <a:ln w="6350" cap="rnd" cmpd="sng" algn="ctr">
              <a:noFill/>
              <a:prstDash val="solid"/>
              <a:round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Light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4" name="PA-等腰三角形 53"/>
            <p:cNvSpPr/>
            <p:nvPr>
              <p:custDataLst>
                <p:tags r:id="rId88"/>
              </p:custDataLst>
            </p:nvPr>
          </p:nvSpPr>
          <p:spPr>
            <a:xfrm rot="5400000">
              <a:off x="3494965" y="633212"/>
              <a:ext cx="430836" cy="95562"/>
            </a:xfrm>
            <a:prstGeom prst="triangle">
              <a:avLst/>
            </a:prstGeom>
            <a:gradFill>
              <a:gsLst>
                <a:gs pos="100000">
                  <a:srgbClr val="0E419C">
                    <a:alpha val="0"/>
                  </a:srgbClr>
                </a:gs>
                <a:gs pos="0">
                  <a:srgbClr val="0E419C">
                    <a:alpha val="24000"/>
                  </a:srgbClr>
                </a:gs>
              </a:gsLst>
              <a:lin ang="5400000" scaled="1"/>
            </a:gradFill>
            <a:ln w="6350" cap="rnd" cmpd="sng" algn="ctr">
              <a:gradFill>
                <a:gsLst>
                  <a:gs pos="76000">
                    <a:srgbClr val="0E419C">
                      <a:alpha val="0"/>
                    </a:srgbClr>
                  </a:gs>
                  <a:gs pos="0">
                    <a:srgbClr val="0E419C"/>
                  </a:gs>
                </a:gsLst>
                <a:lin ang="5400000" scaled="1"/>
              </a:gra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Light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5" name="PA-等腰三角形 54"/>
            <p:cNvSpPr/>
            <p:nvPr>
              <p:custDataLst>
                <p:tags r:id="rId89"/>
              </p:custDataLst>
            </p:nvPr>
          </p:nvSpPr>
          <p:spPr>
            <a:xfrm rot="5400000">
              <a:off x="3399429" y="633212"/>
              <a:ext cx="430836" cy="95562"/>
            </a:xfrm>
            <a:prstGeom prst="triangle">
              <a:avLst/>
            </a:prstGeom>
            <a:gradFill>
              <a:gsLst>
                <a:gs pos="100000">
                  <a:srgbClr val="0E419C">
                    <a:alpha val="0"/>
                  </a:srgbClr>
                </a:gs>
                <a:gs pos="0">
                  <a:srgbClr val="0E419C">
                    <a:alpha val="24000"/>
                  </a:srgbClr>
                </a:gs>
              </a:gsLst>
              <a:lin ang="5400000" scaled="1"/>
            </a:gradFill>
            <a:ln w="6350" cap="rnd" cmpd="sng" algn="ctr">
              <a:gradFill>
                <a:gsLst>
                  <a:gs pos="76000">
                    <a:srgbClr val="0E419C">
                      <a:alpha val="0"/>
                    </a:srgbClr>
                  </a:gs>
                  <a:gs pos="0">
                    <a:srgbClr val="0E419C"/>
                  </a:gs>
                </a:gsLst>
                <a:lin ang="5400000" scaled="1"/>
              </a:gra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Light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6" name="PA-梯形 55"/>
            <p:cNvSpPr/>
            <p:nvPr>
              <p:custDataLst>
                <p:tags r:id="rId90"/>
              </p:custDataLst>
            </p:nvPr>
          </p:nvSpPr>
          <p:spPr>
            <a:xfrm>
              <a:off x="447679" y="389138"/>
              <a:ext cx="282130" cy="50339"/>
            </a:xfrm>
            <a:prstGeom prst="trapezoid">
              <a:avLst>
                <a:gd name="adj" fmla="val 79389"/>
              </a:avLst>
            </a:prstGeom>
            <a:solidFill>
              <a:srgbClr val="0E419C"/>
            </a:solidFill>
            <a:ln w="19050" cap="flat" cmpd="sng" algn="ctr">
              <a:solidFill>
                <a:srgbClr val="0E419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57" name="PA-任意多边形 56"/>
            <p:cNvSpPr/>
            <p:nvPr>
              <p:custDataLst>
                <p:tags r:id="rId91"/>
              </p:custDataLst>
            </p:nvPr>
          </p:nvSpPr>
          <p:spPr>
            <a:xfrm>
              <a:off x="944140" y="389138"/>
              <a:ext cx="64500" cy="50339"/>
            </a:xfrm>
            <a:custGeom>
              <a:avLst/>
              <a:gdLst>
                <a:gd name="connsiteX0" fmla="*/ 0 w 73609"/>
                <a:gd name="connsiteY0" fmla="*/ 0 h 50339"/>
                <a:gd name="connsiteX1" fmla="*/ 33645 w 73609"/>
                <a:gd name="connsiteY1" fmla="*/ 0 h 50339"/>
                <a:gd name="connsiteX2" fmla="*/ 73609 w 73609"/>
                <a:gd name="connsiteY2" fmla="*/ 50339 h 50339"/>
                <a:gd name="connsiteX3" fmla="*/ 39964 w 73609"/>
                <a:gd name="connsiteY3" fmla="*/ 50339 h 5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609" h="50339">
                  <a:moveTo>
                    <a:pt x="0" y="0"/>
                  </a:moveTo>
                  <a:lnTo>
                    <a:pt x="33645" y="0"/>
                  </a:lnTo>
                  <a:lnTo>
                    <a:pt x="73609" y="50339"/>
                  </a:lnTo>
                  <a:lnTo>
                    <a:pt x="39964" y="50339"/>
                  </a:lnTo>
                  <a:close/>
                </a:path>
              </a:pathLst>
            </a:custGeom>
            <a:solidFill>
              <a:srgbClr val="0E419C"/>
            </a:solidFill>
            <a:ln w="19050" cap="flat" cmpd="sng" algn="ctr">
              <a:solidFill>
                <a:srgbClr val="0E419C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58" name="PA-任意多边形 57"/>
            <p:cNvSpPr/>
            <p:nvPr>
              <p:custDataLst>
                <p:tags r:id="rId92"/>
              </p:custDataLst>
            </p:nvPr>
          </p:nvSpPr>
          <p:spPr>
            <a:xfrm>
              <a:off x="886692" y="389138"/>
              <a:ext cx="64500" cy="50339"/>
            </a:xfrm>
            <a:custGeom>
              <a:avLst/>
              <a:gdLst>
                <a:gd name="connsiteX0" fmla="*/ 0 w 73609"/>
                <a:gd name="connsiteY0" fmla="*/ 0 h 50339"/>
                <a:gd name="connsiteX1" fmla="*/ 33645 w 73609"/>
                <a:gd name="connsiteY1" fmla="*/ 0 h 50339"/>
                <a:gd name="connsiteX2" fmla="*/ 73609 w 73609"/>
                <a:gd name="connsiteY2" fmla="*/ 50339 h 50339"/>
                <a:gd name="connsiteX3" fmla="*/ 39964 w 73609"/>
                <a:gd name="connsiteY3" fmla="*/ 50339 h 5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609" h="50339">
                  <a:moveTo>
                    <a:pt x="0" y="0"/>
                  </a:moveTo>
                  <a:lnTo>
                    <a:pt x="33645" y="0"/>
                  </a:lnTo>
                  <a:lnTo>
                    <a:pt x="73609" y="50339"/>
                  </a:lnTo>
                  <a:lnTo>
                    <a:pt x="39964" y="50339"/>
                  </a:lnTo>
                  <a:close/>
                </a:path>
              </a:pathLst>
            </a:custGeom>
            <a:solidFill>
              <a:srgbClr val="0E419C"/>
            </a:solidFill>
            <a:ln w="19050" cap="flat" cmpd="sng" algn="ctr">
              <a:solidFill>
                <a:srgbClr val="0E419C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59" name="PA-任意多边形 58"/>
            <p:cNvSpPr/>
            <p:nvPr>
              <p:custDataLst>
                <p:tags r:id="rId93"/>
              </p:custDataLst>
            </p:nvPr>
          </p:nvSpPr>
          <p:spPr>
            <a:xfrm>
              <a:off x="828077" y="389138"/>
              <a:ext cx="64500" cy="50339"/>
            </a:xfrm>
            <a:custGeom>
              <a:avLst/>
              <a:gdLst>
                <a:gd name="connsiteX0" fmla="*/ 0 w 73609"/>
                <a:gd name="connsiteY0" fmla="*/ 0 h 50339"/>
                <a:gd name="connsiteX1" fmla="*/ 33645 w 73609"/>
                <a:gd name="connsiteY1" fmla="*/ 0 h 50339"/>
                <a:gd name="connsiteX2" fmla="*/ 73609 w 73609"/>
                <a:gd name="connsiteY2" fmla="*/ 50339 h 50339"/>
                <a:gd name="connsiteX3" fmla="*/ 39964 w 73609"/>
                <a:gd name="connsiteY3" fmla="*/ 50339 h 5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609" h="50339">
                  <a:moveTo>
                    <a:pt x="0" y="0"/>
                  </a:moveTo>
                  <a:lnTo>
                    <a:pt x="33645" y="0"/>
                  </a:lnTo>
                  <a:lnTo>
                    <a:pt x="73609" y="50339"/>
                  </a:lnTo>
                  <a:lnTo>
                    <a:pt x="39964" y="50339"/>
                  </a:lnTo>
                  <a:close/>
                </a:path>
              </a:pathLst>
            </a:custGeom>
            <a:solidFill>
              <a:srgbClr val="0E419C"/>
            </a:solidFill>
            <a:ln w="19050" cap="flat" cmpd="sng" algn="ctr">
              <a:solidFill>
                <a:srgbClr val="0E419C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61" name="PA-任意多边形 60"/>
            <p:cNvSpPr/>
            <p:nvPr>
              <p:custDataLst>
                <p:tags r:id="rId94"/>
              </p:custDataLst>
            </p:nvPr>
          </p:nvSpPr>
          <p:spPr>
            <a:xfrm>
              <a:off x="769462" y="389138"/>
              <a:ext cx="64500" cy="50339"/>
            </a:xfrm>
            <a:custGeom>
              <a:avLst/>
              <a:gdLst>
                <a:gd name="connsiteX0" fmla="*/ 0 w 73609"/>
                <a:gd name="connsiteY0" fmla="*/ 0 h 50339"/>
                <a:gd name="connsiteX1" fmla="*/ 33645 w 73609"/>
                <a:gd name="connsiteY1" fmla="*/ 0 h 50339"/>
                <a:gd name="connsiteX2" fmla="*/ 73609 w 73609"/>
                <a:gd name="connsiteY2" fmla="*/ 50339 h 50339"/>
                <a:gd name="connsiteX3" fmla="*/ 39964 w 73609"/>
                <a:gd name="connsiteY3" fmla="*/ 50339 h 5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609" h="50339">
                  <a:moveTo>
                    <a:pt x="0" y="0"/>
                  </a:moveTo>
                  <a:lnTo>
                    <a:pt x="33645" y="0"/>
                  </a:lnTo>
                  <a:lnTo>
                    <a:pt x="73609" y="50339"/>
                  </a:lnTo>
                  <a:lnTo>
                    <a:pt x="39964" y="50339"/>
                  </a:lnTo>
                  <a:close/>
                </a:path>
              </a:pathLst>
            </a:custGeom>
            <a:solidFill>
              <a:srgbClr val="0E419C"/>
            </a:solidFill>
            <a:ln w="19050" cap="flat" cmpd="sng" algn="ctr">
              <a:solidFill>
                <a:srgbClr val="0E419C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Normal" panose="020B0400000000000000" charset="-122"/>
                <a:cs typeface="+mn-cs"/>
              </a:endParaRPr>
            </a:p>
          </p:txBody>
        </p:sp>
        <p:pic>
          <p:nvPicPr>
            <p:cNvPr id="63" name="PA-图片 62"/>
            <p:cNvPicPr>
              <a:picLocks noChangeAspect="1"/>
            </p:cNvPicPr>
            <p:nvPr>
              <p:custDataLst>
                <p:tags r:id="rId95"/>
              </p:custDataLst>
            </p:nvPr>
          </p:nvPicPr>
          <p:blipFill>
            <a:blip r:embed="rId96" cstate="screen">
              <a:extLst>
                <a:ext uri="{BEBA8EAE-BF5A-486C-A8C5-ECC9F3942E4B}">
                  <a14:imgProps xmlns:a14="http://schemas.microsoft.com/office/drawing/2010/main">
                    <a14:imgLayer r:embed="rId97">
                      <a14:imgEffect>
                        <a14:brightnessContrast bright="-40000" contrast="4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09094" y="479554"/>
              <a:ext cx="473400" cy="501558"/>
            </a:xfrm>
            <a:prstGeom prst="rect">
              <a:avLst/>
            </a:prstGeom>
          </p:spPr>
        </p:pic>
      </p:grpSp>
      <p:sp>
        <p:nvSpPr>
          <p:cNvPr id="126" name="PA-原创小红书雷点PPT禁止盗用" descr="小米手环5智能心率监测蓝牙男女款运动计步器支付宝天气压力睡眠手表手环4升级-tmall.com天猫"/>
          <p:cNvSpPr>
            <a:spLocks noChangeAspect="1" noChangeArrowheads="1"/>
          </p:cNvSpPr>
          <p:nvPr>
            <p:custDataLst>
              <p:tags r:id="rId98"/>
            </p:custDataLst>
          </p:nvPr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3161" name="PA-原创小红书雷点PPT禁止盗用"/>
          <p:cNvPicPr>
            <a:picLocks noChangeAspect="1"/>
          </p:cNvPicPr>
          <p:nvPr>
            <p:custDataLst>
              <p:tags r:id="rId99"/>
            </p:custDataLst>
          </p:nvPr>
        </p:nvPicPr>
        <p:blipFill>
          <a:blip r:embed="rId100" cstate="screen">
            <a:lum bright="70000" contrast="-70000"/>
          </a:blip>
          <a:stretch>
            <a:fillRect/>
          </a:stretch>
        </p:blipFill>
        <p:spPr>
          <a:xfrm flipH="1">
            <a:off x="-36272" y="4087720"/>
            <a:ext cx="1671950" cy="2507925"/>
          </a:xfrm>
          <a:prstGeom prst="rect">
            <a:avLst/>
          </a:prstGeom>
        </p:spPr>
      </p:pic>
      <p:sp>
        <p:nvSpPr>
          <p:cNvPr id="3169" name="PA-原创小红书雷点PPT禁止盗用"/>
          <p:cNvSpPr/>
          <p:nvPr>
            <p:custDataLst>
              <p:tags r:id="rId101"/>
            </p:custDataLst>
          </p:nvPr>
        </p:nvSpPr>
        <p:spPr>
          <a:xfrm>
            <a:off x="1094916" y="6225141"/>
            <a:ext cx="10411263" cy="427284"/>
          </a:xfrm>
          <a:prstGeom prst="trapezoid">
            <a:avLst>
              <a:gd name="adj" fmla="val 204880"/>
            </a:avLst>
          </a:prstGeom>
          <a:gradFill flip="none" rotWithShape="1">
            <a:gsLst>
              <a:gs pos="24000">
                <a:srgbClr val="3783FF">
                  <a:alpha val="24000"/>
                </a:srgbClr>
              </a:gs>
              <a:gs pos="100000">
                <a:srgbClr val="3783FF">
                  <a:alpha val="0"/>
                </a:srgbClr>
              </a:gs>
            </a:gsLst>
            <a:lin ang="16200000" scaled="1"/>
            <a:tileRect/>
          </a:gradFill>
          <a:ln w="12700">
            <a:gradFill>
              <a:gsLst>
                <a:gs pos="17000">
                  <a:srgbClr val="0564FF">
                    <a:alpha val="2000"/>
                  </a:srgbClr>
                </a:gs>
                <a:gs pos="100000">
                  <a:srgbClr val="0564FF">
                    <a:alpha val="60000"/>
                  </a:srgbClr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endParaRPr lang="zh-CN" altLang="en-US" sz="6600" kern="0" dirty="0">
              <a:solidFill>
                <a:srgbClr val="2F2F2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汉仪雅酷黑 55W" panose="020B0504020202020204" charset="-122"/>
              <a:ea typeface="汉仪雅酷黑 55W" panose="020B0504020202020204" charset="-122"/>
            </a:endParaRPr>
          </a:p>
        </p:txBody>
      </p:sp>
      <p:sp>
        <p:nvSpPr>
          <p:cNvPr id="1027" name="PA-原创小红书雷点PPT禁止盗用"/>
          <p:cNvSpPr/>
          <p:nvPr>
            <p:custDataLst>
              <p:tags r:id="rId102"/>
            </p:custDataLst>
          </p:nvPr>
        </p:nvSpPr>
        <p:spPr>
          <a:xfrm>
            <a:off x="32522" y="5309476"/>
            <a:ext cx="12084370" cy="1086543"/>
          </a:xfrm>
          <a:prstGeom prst="trapezoid">
            <a:avLst>
              <a:gd name="adj" fmla="val 141678"/>
            </a:avLst>
          </a:prstGeom>
          <a:gradFill flip="none" rotWithShape="1">
            <a:gsLst>
              <a:gs pos="24000">
                <a:srgbClr val="3783FF">
                  <a:alpha val="24000"/>
                </a:srgbClr>
              </a:gs>
              <a:gs pos="100000">
                <a:srgbClr val="3783FF">
                  <a:alpha val="0"/>
                </a:srgbClr>
              </a:gs>
            </a:gsLst>
            <a:lin ang="16200000" scaled="1"/>
            <a:tileRect/>
          </a:gradFill>
          <a:ln w="12700">
            <a:gradFill>
              <a:gsLst>
                <a:gs pos="17000">
                  <a:srgbClr val="0564FF">
                    <a:alpha val="2000"/>
                  </a:srgbClr>
                </a:gs>
                <a:gs pos="100000">
                  <a:srgbClr val="0564FF">
                    <a:alpha val="60000"/>
                  </a:srgbClr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6600" kern="0" dirty="0">
              <a:solidFill>
                <a:srgbClr val="2F2F2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汉仪雅酷黑 55W" panose="020B0504020202020204" charset="-122"/>
              <a:ea typeface="汉仪雅酷黑 55W" panose="020B0504020202020204" charset="-122"/>
            </a:endParaRPr>
          </a:p>
        </p:txBody>
      </p:sp>
      <p:sp>
        <p:nvSpPr>
          <p:cNvPr id="1032" name="PA-原创小红书雷点PPT禁止盗用"/>
          <p:cNvSpPr/>
          <p:nvPr>
            <p:custDataLst>
              <p:tags r:id="rId103"/>
            </p:custDataLst>
          </p:nvPr>
        </p:nvSpPr>
        <p:spPr>
          <a:xfrm>
            <a:off x="-46473" y="5491547"/>
            <a:ext cx="12694043" cy="661593"/>
          </a:xfrm>
          <a:prstGeom prst="trapezoid">
            <a:avLst>
              <a:gd name="adj" fmla="val 217746"/>
            </a:avLst>
          </a:prstGeom>
          <a:gradFill flip="none" rotWithShape="1">
            <a:gsLst>
              <a:gs pos="24000">
                <a:srgbClr val="0564FF">
                  <a:alpha val="0"/>
                </a:srgbClr>
              </a:gs>
              <a:gs pos="100000">
                <a:srgbClr val="0564FF">
                  <a:alpha val="0"/>
                </a:srgbClr>
              </a:gs>
            </a:gsLst>
            <a:lin ang="16200000" scaled="1"/>
            <a:tileRect/>
          </a:gradFill>
          <a:ln w="15875">
            <a:gradFill>
              <a:gsLst>
                <a:gs pos="67000">
                  <a:srgbClr val="0564FF"/>
                </a:gs>
                <a:gs pos="38000">
                  <a:srgbClr val="0564FF"/>
                </a:gs>
                <a:gs pos="1000">
                  <a:srgbClr val="0564FF">
                    <a:alpha val="0"/>
                  </a:srgbClr>
                </a:gs>
                <a:gs pos="96000">
                  <a:srgbClr val="0564FF">
                    <a:alpha val="0"/>
                  </a:srgbClr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endParaRPr lang="zh-CN" altLang="en-US" sz="6600" kern="0" dirty="0">
              <a:solidFill>
                <a:srgbClr val="2F2F2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汉仪雅酷黑 55W" panose="020B0504020202020204" charset="-122"/>
              <a:ea typeface="汉仪雅酷黑 55W" panose="020B0504020202020204" charset="-122"/>
            </a:endParaRPr>
          </a:p>
        </p:txBody>
      </p:sp>
      <p:pic>
        <p:nvPicPr>
          <p:cNvPr id="1034" name="PA-原创小红书雷点PPT禁止盗用"/>
          <p:cNvPicPr>
            <a:picLocks noChangeAspect="1"/>
          </p:cNvPicPr>
          <p:nvPr>
            <p:custDataLst>
              <p:tags r:id="rId104"/>
            </p:custDataLst>
          </p:nvPr>
        </p:nvPicPr>
        <p:blipFill>
          <a:blip r:embed="rId76">
            <a:lum bright="70000" contrast="-70000"/>
          </a:blip>
          <a:stretch>
            <a:fillRect/>
          </a:stretch>
        </p:blipFill>
        <p:spPr>
          <a:xfrm flipH="1">
            <a:off x="7385325" y="-283227"/>
            <a:ext cx="1340103" cy="2257956"/>
          </a:xfrm>
          <a:prstGeom prst="rect">
            <a:avLst/>
          </a:prstGeom>
        </p:spPr>
      </p:pic>
      <p:sp>
        <p:nvSpPr>
          <p:cNvPr id="3156" name="PA-原创小红书雷点PPT禁止盗用"/>
          <p:cNvSpPr txBox="1"/>
          <p:nvPr>
            <p:custDataLst>
              <p:tags r:id="rId105"/>
            </p:custDataLst>
          </p:nvPr>
        </p:nvSpPr>
        <p:spPr>
          <a:xfrm>
            <a:off x="4787522" y="658072"/>
            <a:ext cx="7838013" cy="38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kern="0" spc="52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行业痛点突出，效率精度</a:t>
            </a:r>
            <a:r>
              <a:rPr sz="1900" b="1" kern="0" spc="51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双低</a:t>
            </a:r>
            <a:endParaRPr lang="zh-CN" altLang="en-US" sz="1900" b="1" kern="0" spc="510" dirty="0">
              <a:solidFill>
                <a:schemeClr val="tx1">
                  <a:alpha val="10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047" name="PA-原创小红书雷点PPT禁止盗用"/>
          <p:cNvPicPr>
            <a:picLocks noChangeAspect="1"/>
          </p:cNvPicPr>
          <p:nvPr>
            <p:custDataLst>
              <p:tags r:id="rId106"/>
            </p:custDataLst>
          </p:nvPr>
        </p:nvPicPr>
        <p:blipFill rotWithShape="1">
          <a:blip r:embed="rId107" cstate="screen">
            <a:duotone>
              <a:srgbClr val="24FFFF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8">
                    <a14:imgEffect>
                      <a14:brightnessContrast bright="40000" contrast="4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443708" y="6205698"/>
            <a:ext cx="10685490" cy="424514"/>
          </a:xfrm>
          <a:custGeom>
            <a:avLst/>
            <a:gdLst>
              <a:gd name="connsiteX0" fmla="*/ 0 w 10685490"/>
              <a:gd name="connsiteY0" fmla="*/ 0 h 424514"/>
              <a:gd name="connsiteX1" fmla="*/ 10685490 w 10685490"/>
              <a:gd name="connsiteY1" fmla="*/ 0 h 424514"/>
              <a:gd name="connsiteX2" fmla="*/ 10685490 w 10685490"/>
              <a:gd name="connsiteY2" fmla="*/ 424514 h 424514"/>
              <a:gd name="connsiteX3" fmla="*/ 0 w 10685490"/>
              <a:gd name="connsiteY3" fmla="*/ 424514 h 424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85490" h="424514">
                <a:moveTo>
                  <a:pt x="0" y="0"/>
                </a:moveTo>
                <a:lnTo>
                  <a:pt x="10685490" y="0"/>
                </a:lnTo>
                <a:lnTo>
                  <a:pt x="10685490" y="424514"/>
                </a:lnTo>
                <a:lnTo>
                  <a:pt x="0" y="424514"/>
                </a:lnTo>
                <a:close/>
              </a:path>
            </a:pathLst>
          </a:custGeom>
        </p:spPr>
      </p:pic>
      <p:pic>
        <p:nvPicPr>
          <p:cNvPr id="12" name="picture 14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 rot="21600000">
            <a:off x="125095" y="1222375"/>
            <a:ext cx="12204065" cy="57442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-527685" y="2478405"/>
            <a:ext cx="5550535" cy="15487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180465" algn="l" rtl="0" eaLnBrk="0">
              <a:lnSpc>
                <a:spcPct val="95000"/>
              </a:lnSpc>
              <a:spcBef>
                <a:spcPts val="2410"/>
              </a:spcBef>
            </a:pPr>
            <a:r>
              <a:rPr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痛点1</a:t>
            </a:r>
            <a:r>
              <a:rPr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生产效率低下</a:t>
            </a:r>
            <a:r>
              <a:rPr lang="zh-CN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传统产线人均日均产能仅4600片，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61110" algn="l" rtl="0" eaLnBrk="0">
              <a:lnSpc>
                <a:spcPct val="96000"/>
              </a:lnSpc>
              <a:spcBef>
                <a:spcPts val="690"/>
              </a:spcBef>
            </a:pPr>
            <a:r>
              <a:rPr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人力成本占生产成本的43%,</a:t>
            </a:r>
            <a:r>
              <a:rPr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旺季易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86510" algn="l" rtl="0" eaLnBrk="0">
              <a:lnSpc>
                <a:spcPct val="96000"/>
              </a:lnSpc>
              <a:spcBef>
                <a:spcPts val="660"/>
              </a:spcBef>
            </a:pPr>
            <a:r>
              <a:rPr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出现订单违约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268210" y="1681480"/>
            <a:ext cx="4373880" cy="223393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ts val="10565"/>
              </a:lnSpc>
            </a:pPr>
            <a:r>
              <a:rPr sz="2800" b="1" kern="0" spc="120" baseline="7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精度不足</a:t>
            </a:r>
            <a:endParaRPr sz="2800" baseline="7000" dirty="0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pPr algn="r" rtl="0" eaLnBrk="0">
              <a:lnSpc>
                <a:spcPct val="85000"/>
              </a:lnSpc>
              <a:spcBef>
                <a:spcPts val="2325"/>
              </a:spcBef>
            </a:pP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耳带焊接横向偏差达5.3</a:t>
            </a: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-6.1</a:t>
            </a: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mm, </a:t>
            </a: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鼻梁条偏</a:t>
            </a:r>
            <a:r>
              <a:rPr kern="0" spc="3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移超3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</a:t>
            </a:r>
            <a:r>
              <a:rPr kern="0" spc="3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 </a:t>
            </a:r>
            <a:r>
              <a:rPr kern="0" spc="3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产品合格率仅</a:t>
            </a:r>
            <a:r>
              <a:rPr kern="0" spc="3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82%-86%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47765" y="2478405"/>
            <a:ext cx="90233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痛点</a:t>
            </a:r>
            <a:r>
              <a:rPr lang="en-US" altLang="zh-CN" sz="1800" b="1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</a:t>
            </a:r>
            <a:endParaRPr lang="en-US" altLang="zh-CN" sz="1800" b="1">
              <a:solidFill>
                <a:schemeClr val="bg1">
                  <a:lumMod val="1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96290" y="4560570"/>
            <a:ext cx="128206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痛点</a:t>
            </a:r>
            <a:r>
              <a:rPr lang="en-US" altLang="zh-CN" sz="1800" b="1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</a:t>
            </a:r>
            <a:endParaRPr lang="en-US" altLang="zh-CN" sz="1800" b="1">
              <a:solidFill>
                <a:schemeClr val="bg1">
                  <a:lumMod val="1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183765" y="4544060"/>
            <a:ext cx="3295650" cy="11988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换型响应滞后</a:t>
            </a:r>
            <a:endParaRPr lang="zh-CN" altLang="en-US" sz="1800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  3</a:t>
            </a:r>
            <a:r>
              <a:rPr lang="zh-CN" altLang="en-US" sz="1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层到</a:t>
            </a:r>
            <a:r>
              <a:rPr lang="en-US" altLang="zh-CN" sz="1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6</a:t>
            </a:r>
            <a:r>
              <a:rPr lang="zh-CN" altLang="en-US" sz="1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层规格切换需</a:t>
            </a:r>
            <a:r>
              <a:rPr lang="en-US" altLang="zh-CN" sz="1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2.2—2.8</a:t>
            </a:r>
            <a:endParaRPr lang="en-US" altLang="zh-CN" sz="18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小时，难以适配多批次小批量</a:t>
            </a:r>
            <a:endParaRPr lang="zh-CN" altLang="en-US" sz="18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订单</a:t>
            </a:r>
            <a:endParaRPr lang="zh-CN" altLang="en-US" sz="18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944235" y="4674235"/>
            <a:ext cx="3770630" cy="1379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6670" algn="l" rtl="0" eaLnBrk="0">
              <a:lnSpc>
                <a:spcPct val="96000"/>
              </a:lnSpc>
            </a:pPr>
            <a:r>
              <a:rPr b="1" kern="0" spc="-2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应急产能缺口大</a:t>
            </a:r>
            <a:r>
              <a:rPr lang="zh-CN" b="1" kern="0" spc="-2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</a:t>
            </a:r>
            <a:r>
              <a:rPr kern="0" spc="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峰值产能仅</a:t>
            </a:r>
            <a:endParaRPr kern="0" spc="1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26670" algn="l" rtl="0" eaLnBrk="0">
              <a:lnSpc>
                <a:spcPct val="96000"/>
              </a:lnSpc>
            </a:pPr>
            <a:r>
              <a:rPr kern="0" spc="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52-58片/分钟，</a:t>
            </a:r>
            <a:r>
              <a:rPr kern="0" spc="7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区域日需</a:t>
            </a:r>
            <a:endParaRPr kern="0" spc="78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26670" algn="l" rtl="0" eaLnBrk="0">
              <a:lnSpc>
                <a:spcPct val="96000"/>
              </a:lnSpc>
            </a:pPr>
            <a:r>
              <a:rPr kern="0" spc="7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求32万片</a:t>
            </a:r>
            <a:r>
              <a:rPr kern="0" spc="7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时75%</a:t>
            </a:r>
            <a:r>
              <a:rPr kern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kern="0" spc="2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缺口</a:t>
            </a:r>
            <a:endParaRPr kern="0" spc="25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26670" algn="l" rtl="0" eaLnBrk="0">
              <a:lnSpc>
                <a:spcPct val="96000"/>
              </a:lnSpc>
            </a:pPr>
            <a:r>
              <a:rPr kern="0" spc="2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暴露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09270" y="427460"/>
            <a:ext cx="6096000" cy="46037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政策与行业趋势：自动化转型加速</a:t>
            </a:r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PA-原创小红书雷点PPT禁止盗用"/>
          <p:cNvSpPr/>
          <p:nvPr>
            <p:custDataLst>
              <p:tags r:id="rId1"/>
            </p:custDataLst>
          </p:nvPr>
        </p:nvSpPr>
        <p:spPr>
          <a:xfrm>
            <a:off x="581565" y="1800503"/>
            <a:ext cx="10848340" cy="1940063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228600" dist="38100" dir="5400000" sx="101000" sy="101000" algn="t" rotWithShape="0">
              <a:srgbClr val="0040A8">
                <a:alpha val="24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PA-原创小红书雷点PPT禁止盗用"/>
          <p:cNvSpPr/>
          <p:nvPr>
            <p:custDataLst>
              <p:tags r:id="rId2"/>
            </p:custDataLst>
          </p:nvPr>
        </p:nvSpPr>
        <p:spPr>
          <a:xfrm>
            <a:off x="581660" y="4375785"/>
            <a:ext cx="10848340" cy="2091690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228600" dist="38100" dir="5400000" sx="101000" sy="101000" algn="t" rotWithShape="0">
              <a:srgbClr val="0040A8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2330" y="1114425"/>
            <a:ext cx="1770380" cy="6858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政策支持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1245" y="1934210"/>
            <a:ext cx="10490200" cy="12915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50000"/>
              </a:lnSpc>
            </a:pPr>
            <a:r>
              <a:rPr lang="zh-CN" sz="20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国家</a:t>
            </a:r>
            <a:r>
              <a:rPr lang="zh-CN" sz="20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政策：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《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十四五医药工业发展规划》将医疗防护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用品自动化升级列为重点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sz="20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监管要求：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《医疗器械监督管理条例》强调设备需具备稳定质量控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制能力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sz="2000" kern="0" spc="5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地方红利：</a:t>
            </a:r>
            <a:r>
              <a:rPr sz="2000" kern="0" spc="5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江苏、广东、浙江等省份给予最高25%财政补贴和税收</a:t>
            </a:r>
            <a:r>
              <a:rPr sz="2000" kern="0" spc="5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减免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50000"/>
              </a:lnSpc>
            </a:pP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7240" y="3816350"/>
            <a:ext cx="2277110" cy="5086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sz="2800" b="1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行业趋势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8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61695" y="4572000"/>
            <a:ext cx="9967595" cy="149161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70000"/>
              </a:lnSpc>
            </a:pPr>
            <a:r>
              <a:rPr lang="zh-CN" sz="2000" kern="0" spc="3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市场规模：</a:t>
            </a:r>
            <a:r>
              <a:rPr sz="2000" kern="0" spc="3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2028年国内市场规模将突破300</a:t>
            </a:r>
            <a:r>
              <a:rPr sz="2000" kern="0" spc="3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亿元，年增长率超25%</a:t>
            </a:r>
            <a:endParaRPr sz="2000" kern="0" spc="33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70000"/>
              </a:lnSpc>
            </a:pPr>
            <a:r>
              <a:rPr lang="zh-CN" sz="2000" kern="0" spc="3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技术方向：</a:t>
            </a:r>
            <a:r>
              <a:rPr lang="en-US" altLang="zh-CN" sz="2000" kern="0" spc="3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PLC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多轴协同设备成主流，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增速较行业平均高15个百分点</a:t>
            </a:r>
            <a:endParaRPr sz="2000" kern="0" spc="-5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70000"/>
              </a:lnSpc>
            </a:pPr>
            <a:r>
              <a:rPr lang="zh-CN" sz="20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核心导向：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高速化、精准化、模块化成为企业采购关键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70000"/>
              </a:lnSpc>
            </a:pP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57" name="PA-原创小红书雷点PPT禁止盗用"/>
          <p:cNvGrpSpPr/>
          <p:nvPr>
            <p:custDataLst>
              <p:tags r:id="rId3"/>
            </p:custDataLst>
          </p:nvPr>
        </p:nvGrpSpPr>
        <p:grpSpPr>
          <a:xfrm>
            <a:off x="7872095" y="233680"/>
            <a:ext cx="3557905" cy="1490980"/>
            <a:chOff x="789831" y="2387357"/>
            <a:chExt cx="2443055" cy="4029786"/>
          </a:xfrm>
        </p:grpSpPr>
        <p:sp>
          <p:nvSpPr>
            <p:cNvPr id="3174" name="PA-剪去同侧角的矩形 23+"/>
            <p:cNvSpPr/>
            <p:nvPr>
              <p:custDataLst>
                <p:tags r:id="rId4"/>
              </p:custDataLst>
            </p:nvPr>
          </p:nvSpPr>
          <p:spPr>
            <a:xfrm>
              <a:off x="789831" y="2387357"/>
              <a:ext cx="2388048" cy="3973925"/>
            </a:xfrm>
            <a:prstGeom prst="snip2SameRect">
              <a:avLst>
                <a:gd name="adj1" fmla="val 5237"/>
                <a:gd name="adj2" fmla="val 0"/>
              </a:avLst>
            </a:prstGeom>
            <a:gradFill>
              <a:gsLst>
                <a:gs pos="83000">
                  <a:srgbClr val="0070D6">
                    <a:alpha val="0"/>
                  </a:srgbClr>
                </a:gs>
                <a:gs pos="23000">
                  <a:srgbClr val="0070D6">
                    <a:alpha val="25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>
              <a:outerShdw blurRad="266700" dist="266700" dir="16200000" rotWithShape="0">
                <a:srgbClr val="59AAED">
                  <a:alpha val="46000"/>
                </a:srgbClr>
              </a:outerShdw>
            </a:effectLst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3175" name="PA-剪去同侧角的矩形 3174"/>
            <p:cNvSpPr/>
            <p:nvPr>
              <p:custDataLst>
                <p:tags r:id="rId5"/>
              </p:custDataLst>
            </p:nvPr>
          </p:nvSpPr>
          <p:spPr>
            <a:xfrm>
              <a:off x="844838" y="2443218"/>
              <a:ext cx="2388048" cy="3973925"/>
            </a:xfrm>
            <a:prstGeom prst="snip2SameRect">
              <a:avLst>
                <a:gd name="adj1" fmla="val 5237"/>
                <a:gd name="adj2" fmla="val 0"/>
              </a:avLst>
            </a:prstGeom>
            <a:gradFill>
              <a:gsLst>
                <a:gs pos="96000">
                  <a:srgbClr val="FFFFFF">
                    <a:alpha val="0"/>
                  </a:srgbClr>
                </a:gs>
                <a:gs pos="56000">
                  <a:srgbClr val="FFFFFF"/>
                </a:gs>
              </a:gsLst>
              <a:lin ang="5400000" scaled="1"/>
            </a:gradFill>
            <a:ln w="12700" cap="flat" cmpd="sng" algn="ctr">
              <a:gradFill>
                <a:gsLst>
                  <a:gs pos="0">
                    <a:srgbClr val="0070D6"/>
                  </a:gs>
                  <a:gs pos="64000">
                    <a:srgbClr val="0070D6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7952105" y="439420"/>
            <a:ext cx="3398520" cy="92202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b="1" kern="0" spc="3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政策与市场双轮驱动，自动化</a:t>
            </a:r>
            <a:endParaRPr b="1" kern="0" spc="30" dirty="0">
              <a:solidFill>
                <a:srgbClr val="00206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/>
            <a:r>
              <a:rPr b="1" kern="0" spc="3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设备替代需求持续释放</a:t>
            </a:r>
            <a:endParaRPr b="1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 b="1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3190" y="0"/>
            <a:ext cx="6551930" cy="8464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 rtl="0" eaLnBrk="0">
              <a:lnSpc>
                <a:spcPct val="106000"/>
              </a:lnSpc>
            </a:pP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465" algn="l" rtl="0" eaLnBrk="0">
              <a:lnSpc>
                <a:spcPct val="96000"/>
              </a:lnSpc>
            </a:pPr>
            <a:r>
              <a:rPr sz="2400" b="1" kern="0" spc="4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市场规模：巨大的自动化设备替代缺口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5745" y="1324610"/>
            <a:ext cx="5553710" cy="4839335"/>
          </a:xfrm>
          <a:prstGeom prst="rect">
            <a:avLst/>
          </a:prstGeom>
          <a:gradFill flip="none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b="1" kern="0" spc="110" dirty="0">
                <a:solidFill>
                  <a:schemeClr val="bg2">
                    <a:lumMod val="10000"/>
                    <a:alpha val="100000"/>
                  </a:schemeClr>
                </a:solidFill>
                <a:highlight>
                  <a:srgbClr val="00FFFF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核心需求</a:t>
            </a:r>
            <a:endParaRPr b="1" kern="0" spc="110" dirty="0">
              <a:solidFill>
                <a:schemeClr val="bg2">
                  <a:lumMod val="10000"/>
                  <a:alpha val="100000"/>
                </a:schemeClr>
              </a:solidFill>
              <a:highlight>
                <a:srgbClr val="00FFFF"/>
              </a:highlight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>
              <a:lnSpc>
                <a:spcPct val="370000"/>
              </a:lnSpc>
            </a:pPr>
            <a:r>
              <a:rPr lang="en-US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1.</a:t>
            </a:r>
            <a:r>
              <a:rPr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N95</a:t>
            </a:r>
            <a:r>
              <a:rPr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口罩年需求量稳定维持在500亿片以上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370000"/>
              </a:lnSpc>
            </a:pPr>
            <a:r>
              <a:rPr lang="en-US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</a:t>
            </a:r>
            <a:r>
              <a:rPr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国内生产企业超3000家</a:t>
            </a:r>
            <a:r>
              <a:rPr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，中小规模企业占比70%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370000"/>
              </a:lnSpc>
            </a:pPr>
            <a:r>
              <a:rPr lang="en-US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3.</a:t>
            </a: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自动化设备替代缺口已超5万</a:t>
            </a:r>
            <a:r>
              <a:rPr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台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370000"/>
              </a:lnSpc>
            </a:pPr>
            <a:r>
              <a:rPr lang="en-US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4.</a:t>
            </a:r>
            <a:r>
              <a:rPr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中小企业设备预算集中在50-200万元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370000"/>
              </a:lnSpc>
            </a:pP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5365" y="1324610"/>
            <a:ext cx="5826125" cy="483933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b="1" kern="0" spc="110" dirty="0">
                <a:solidFill>
                  <a:srgbClr val="000000">
                    <a:alpha val="100000"/>
                  </a:srgbClr>
                </a:solidFill>
                <a:highlight>
                  <a:srgbClr val="00FFFF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增长潜力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kern="0" spc="32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300000"/>
              </a:lnSpc>
            </a:pPr>
            <a:r>
              <a:rPr lang="en-US" kern="0" spc="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kern="0" spc="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自动化口罩生产设备市</a:t>
            </a:r>
            <a:r>
              <a:rPr kern="0" spc="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场年增速达28%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300000"/>
              </a:lnSpc>
            </a:pPr>
            <a:r>
              <a:rPr lang="en-US" kern="0" spc="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</a:t>
            </a:r>
            <a:r>
              <a:rPr kern="0" spc="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高速高精度设备需求增速突破40</a:t>
            </a:r>
            <a:r>
              <a:rPr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%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300000"/>
              </a:lnSpc>
            </a:pPr>
            <a:r>
              <a:rPr lang="en-US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3.</a:t>
            </a: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75%的中小口罩企业表示优</a:t>
            </a: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先采购高性价比设备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300000"/>
              </a:lnSpc>
            </a:pPr>
            <a:r>
              <a:rPr lang="en-US" kern="0" spc="3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4.</a:t>
            </a:r>
            <a:r>
              <a:rPr kern="0" spc="3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预计到2028年市场规模突破120亿元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300000"/>
              </a:lnSpc>
            </a:pP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0"/>
            <a:ext cx="6945630" cy="120142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 rtl="0" eaLnBrk="0">
              <a:lnSpc>
                <a:spcPct val="105000"/>
              </a:lnSpc>
            </a:pP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2400" b="1" kern="0" spc="5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竞争优势：技术壁垒显著,性价比突出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95275" y="1045845"/>
            <a:ext cx="2418080" cy="61912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glow>
              <a:srgbClr val="000000"/>
            </a:glow>
          </a:effectLst>
        </p:spPr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126105" y="1045845"/>
            <a:ext cx="2418080" cy="61912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glow>
              <a:srgbClr val="000000"/>
            </a:glow>
          </a:effectLst>
        </p:spPr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813425" y="1045845"/>
            <a:ext cx="2418080" cy="61912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glow>
              <a:srgbClr val="000000"/>
            </a:glow>
          </a:effectLst>
        </p:spPr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681085" y="1045845"/>
            <a:ext cx="2418080" cy="61912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glow>
              <a:srgbClr val="000000"/>
            </a:glow>
          </a:effectLst>
        </p:spPr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0020" y="1201420"/>
            <a:ext cx="231584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kern="0" spc="40" dirty="0">
                <a:solidFill>
                  <a:srgbClr val="1060D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1</a:t>
            </a:r>
            <a:r>
              <a:rPr kern="0" spc="2180" dirty="0">
                <a:solidFill>
                  <a:srgbClr val="1060D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核心技术壁垒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75965" y="1184910"/>
            <a:ext cx="2087880" cy="3860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性价比优势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56935" y="1201420"/>
            <a:ext cx="1997710" cy="70675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000" b="1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模块化设计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17610" y="1184910"/>
            <a:ext cx="2155825" cy="3860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31115" algn="l" rtl="0" eaLnBrk="0">
              <a:lnSpc>
                <a:spcPct val="96000"/>
              </a:lnSpc>
            </a:pP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完善服务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910" y="2240280"/>
            <a:ext cx="2268220" cy="3771265"/>
          </a:xfrm>
          <a:prstGeom prst="rect">
            <a:avLst/>
          </a:prstGeo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95625" y="2240280"/>
            <a:ext cx="2268220" cy="3771265"/>
          </a:xfrm>
          <a:prstGeom prst="rect">
            <a:avLst/>
          </a:prstGeo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63285" y="2240280"/>
            <a:ext cx="2268220" cy="3771265"/>
          </a:xfrm>
          <a:prstGeom prst="rect">
            <a:avLst/>
          </a:prstGeo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30945" y="2240280"/>
            <a:ext cx="2268220" cy="3771265"/>
          </a:xfrm>
          <a:prstGeom prst="rect">
            <a:avLst/>
          </a:prstGeo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95275" y="2240280"/>
            <a:ext cx="2268855" cy="37712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97000"/>
              </a:lnSpc>
            </a:pPr>
            <a:r>
              <a:rPr sz="16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PLC</a:t>
            </a:r>
            <a:r>
              <a:rPr sz="16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16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多轴协同控制与</a:t>
            </a:r>
            <a:r>
              <a:rPr sz="16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EtherCA</a:t>
            </a:r>
            <a:r>
              <a:rPr sz="16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AT</a:t>
            </a:r>
            <a:r>
              <a:rPr sz="16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总线技术深度融合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570"/>
              </a:spcBef>
            </a:pPr>
            <a:r>
              <a:rPr sz="1600" kern="0" spc="3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33个伺服轴同步误差控制</a:t>
            </a:r>
            <a:r>
              <a:rPr lang="zh-CN" sz="1600" kern="0" spc="3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在</a:t>
            </a:r>
            <a:r>
              <a:rPr lang="en-US" altLang="zh-CN" sz="1600" kern="0" spc="3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1ms</a:t>
            </a:r>
            <a:r>
              <a:rPr lang="zh-CN" altLang="en-US" sz="1600" kern="0" spc="3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内</a:t>
            </a:r>
            <a:endParaRPr lang="zh-CN" altLang="en-US" sz="1600" kern="0" spc="38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rtl="0" eaLnBrk="0">
              <a:lnSpc>
                <a:spcPct val="85000"/>
              </a:lnSpc>
              <a:spcBef>
                <a:spcPts val="1560"/>
              </a:spcBef>
            </a:pP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耳带焊接精度稳定≤2</a:t>
            </a:r>
            <a:r>
              <a:rPr sz="1600" kern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mm</a:t>
            </a: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, </a:t>
            </a: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</a:t>
            </a:r>
            <a:r>
              <a:rPr sz="1600"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产速度达180片/分钟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565"/>
              </a:spcBef>
            </a:pPr>
            <a:r>
              <a:rPr sz="1600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自主研发凸轮点位动态计算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算法，换型仅需2秒参数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重置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570"/>
              </a:spcBef>
            </a:pPr>
            <a:endParaRPr lang="zh-CN" altLang="en-US" sz="1600" kern="0" spc="38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95625" y="1994535"/>
            <a:ext cx="2268220" cy="401701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 rtl="0" eaLnBrk="0">
              <a:lnSpc>
                <a:spcPct val="104000"/>
              </a:lnSpc>
            </a:pPr>
            <a:endParaRPr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国产化供应链布局，单</a:t>
            </a: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套成</a:t>
            </a:r>
            <a:r>
              <a:rPr sz="1600" kern="0" spc="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本控制在35万元以内</a:t>
            </a:r>
            <a:endParaRPr sz="1600" kern="0" spc="31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l" rtl="0" eaLnBrk="0">
              <a:lnSpc>
                <a:spcPct val="85000"/>
              </a:lnSpc>
            </a:pPr>
            <a:endParaRPr sz="1600" kern="0" spc="31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l" rtl="0" eaLnBrk="0">
              <a:lnSpc>
                <a:spcPct val="93000"/>
              </a:lnSpc>
              <a:spcBef>
                <a:spcPts val="1565"/>
              </a:spcBef>
            </a:pP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50-150万元阶梯定价，仅为</a:t>
            </a:r>
            <a:r>
              <a:rPr sz="1600" kern="0" spc="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进口设备1/4-1/2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</a:pP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565"/>
              </a:spcBef>
            </a:pPr>
            <a:r>
              <a:rPr sz="1600" kern="0" spc="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保持30%-45%稳定毛利率，</a:t>
            </a:r>
            <a:r>
              <a:rPr sz="1600" kern="0" spc="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形成良性循环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</a:pP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63285" y="2235200"/>
            <a:ext cx="2298700" cy="377571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85000"/>
              </a:lnSpc>
              <a:spcBef>
                <a:spcPts val="1565"/>
              </a:spcBef>
            </a:pPr>
            <a:r>
              <a:rPr sz="16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五大功能模块独立拆分，灵</a:t>
            </a:r>
            <a:r>
              <a:rPr sz="1600" kern="0" spc="3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活组合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560"/>
              </a:spcBef>
            </a:pPr>
            <a:r>
              <a:rPr sz="1600"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企业可根据需求从基础款逐</a:t>
            </a:r>
            <a:r>
              <a:rPr sz="1600" kern="0" spc="2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步升级至高端款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sz="1600" kern="0" spc="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支持3-6层不同规格口罩生产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830945" y="2240280"/>
            <a:ext cx="2266315" cy="377063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93000"/>
              </a:lnSpc>
              <a:spcBef>
                <a:spcPts val="1560"/>
              </a:spcBef>
            </a:pPr>
            <a:r>
              <a:rPr sz="1600" kern="0" spc="-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免费上门安装调试，1年</a:t>
            </a:r>
            <a:r>
              <a:rPr sz="1600" kern="0" spc="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免费质保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 rtl="0" eaLnBrk="0">
              <a:lnSpc>
                <a:spcPct val="146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1560"/>
              </a:spcBef>
            </a:pP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7×24小时在线运维，平均</a:t>
            </a:r>
            <a:r>
              <a:rPr sz="1600" kern="0" spc="3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故障解决时间30分钟内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604645" y="6337935"/>
            <a:ext cx="8840470" cy="5410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kern="0" spc="320" dirty="0">
                <a:solidFill>
                  <a:srgbClr val="000000">
                    <a:alpha val="100000"/>
                  </a:srgbClr>
                </a:solidFill>
                <a:highlight>
                  <a:srgbClr val="00FFFF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高性价比+全方位服务，破解中小企业不会用、用不起</a:t>
            </a:r>
            <a:r>
              <a:rPr kern="0" spc="310" dirty="0">
                <a:solidFill>
                  <a:srgbClr val="000000">
                    <a:alpha val="100000"/>
                  </a:srgbClr>
                </a:solidFill>
                <a:highlight>
                  <a:srgbClr val="00FFFF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、修不起的痛点</a:t>
            </a:r>
            <a:endParaRPr dirty="0">
              <a:highlight>
                <a:srgbClr val="00FFFF"/>
              </a:highligh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 dirty="0">
              <a:highlight>
                <a:srgbClr val="00FFFF"/>
              </a:highligh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9870" y="322580"/>
            <a:ext cx="6096000" cy="62738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sz="28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竞争格局：精准填补市场空白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8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436" name="矩形: 圆角 3435"/>
          <p:cNvSpPr/>
          <p:nvPr/>
        </p:nvSpPr>
        <p:spPr>
          <a:xfrm rot="5400000">
            <a:off x="1576070" y="632460"/>
            <a:ext cx="624205" cy="256603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971FF"/>
              </a:gs>
              <a:gs pos="100000">
                <a:srgbClr val="6AA8F2"/>
              </a:gs>
            </a:gsLst>
            <a:lin ang="2700000" scaled="1"/>
            <a:tileRect/>
          </a:gradFill>
          <a:ln w="490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矩形: 圆角 3435"/>
          <p:cNvSpPr/>
          <p:nvPr/>
        </p:nvSpPr>
        <p:spPr>
          <a:xfrm rot="5400000">
            <a:off x="9398635" y="632460"/>
            <a:ext cx="624840" cy="25666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971FF"/>
              </a:gs>
              <a:gs pos="100000">
                <a:srgbClr val="6AA8F2"/>
              </a:gs>
            </a:gsLst>
            <a:lin ang="2700000" scaled="1"/>
            <a:tileRect/>
          </a:gradFill>
          <a:ln w="490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" name="矩形: 圆角 3435"/>
          <p:cNvSpPr/>
          <p:nvPr/>
        </p:nvSpPr>
        <p:spPr>
          <a:xfrm rot="5400000">
            <a:off x="5780405" y="591185"/>
            <a:ext cx="629920" cy="265366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971FF"/>
              </a:gs>
              <a:gs pos="100000">
                <a:srgbClr val="6AA8F2"/>
              </a:gs>
            </a:gsLst>
            <a:lin ang="2700000" scaled="1"/>
            <a:tileRect/>
          </a:gradFill>
          <a:ln w="490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96010" y="1718945"/>
            <a:ext cx="1583690" cy="3841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本项目产品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57" name="PA-原创小红书雷点PPT禁止盗用"/>
          <p:cNvGrpSpPr/>
          <p:nvPr>
            <p:custDataLst>
              <p:tags r:id="rId1"/>
            </p:custDataLst>
          </p:nvPr>
        </p:nvGrpSpPr>
        <p:grpSpPr>
          <a:xfrm>
            <a:off x="-26670" y="2601595"/>
            <a:ext cx="4395470" cy="3616325"/>
            <a:chOff x="789831" y="2387357"/>
            <a:chExt cx="2443055" cy="4029786"/>
          </a:xfrm>
        </p:grpSpPr>
        <p:sp>
          <p:nvSpPr>
            <p:cNvPr id="3174" name="PA-剪去同侧角的矩形 23+"/>
            <p:cNvSpPr/>
            <p:nvPr>
              <p:custDataLst>
                <p:tags r:id="rId2"/>
              </p:custDataLst>
            </p:nvPr>
          </p:nvSpPr>
          <p:spPr>
            <a:xfrm>
              <a:off x="789831" y="2387357"/>
              <a:ext cx="2388048" cy="3973925"/>
            </a:xfrm>
            <a:prstGeom prst="snip2SameRect">
              <a:avLst>
                <a:gd name="adj1" fmla="val 5237"/>
                <a:gd name="adj2" fmla="val 0"/>
              </a:avLst>
            </a:prstGeom>
            <a:gradFill>
              <a:gsLst>
                <a:gs pos="83000">
                  <a:srgbClr val="0070D6">
                    <a:alpha val="0"/>
                  </a:srgbClr>
                </a:gs>
                <a:gs pos="23000">
                  <a:srgbClr val="0070D6">
                    <a:alpha val="25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>
              <a:outerShdw blurRad="266700" dist="266700" dir="16200000" rotWithShape="0">
                <a:srgbClr val="59AAED">
                  <a:alpha val="46000"/>
                </a:srgbClr>
              </a:outerShdw>
            </a:effectLst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3175" name="PA-剪去同侧角的矩形 3174"/>
            <p:cNvSpPr/>
            <p:nvPr>
              <p:custDataLst>
                <p:tags r:id="rId3"/>
              </p:custDataLst>
            </p:nvPr>
          </p:nvSpPr>
          <p:spPr>
            <a:xfrm>
              <a:off x="844838" y="2443218"/>
              <a:ext cx="2388048" cy="3973925"/>
            </a:xfrm>
            <a:prstGeom prst="snip2SameRect">
              <a:avLst>
                <a:gd name="adj1" fmla="val 5237"/>
                <a:gd name="adj2" fmla="val 0"/>
              </a:avLst>
            </a:prstGeom>
            <a:gradFill>
              <a:gsLst>
                <a:gs pos="96000">
                  <a:srgbClr val="FFFFFF">
                    <a:alpha val="0"/>
                  </a:srgbClr>
                </a:gs>
                <a:gs pos="56000">
                  <a:srgbClr val="FFFFFF"/>
                </a:gs>
              </a:gsLst>
              <a:lin ang="5400000" scaled="1"/>
            </a:gradFill>
            <a:ln w="12700" cap="flat" cmpd="sng" algn="ctr">
              <a:gradFill>
                <a:gsLst>
                  <a:gs pos="0">
                    <a:srgbClr val="0070D6"/>
                  </a:gs>
                  <a:gs pos="64000">
                    <a:srgbClr val="0070D6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</p:grpSp>
      <p:grpSp>
        <p:nvGrpSpPr>
          <p:cNvPr id="19" name="PA-原创小红书雷点PPT禁止盗用"/>
          <p:cNvGrpSpPr/>
          <p:nvPr>
            <p:custDataLst>
              <p:tags r:id="rId4"/>
            </p:custDataLst>
          </p:nvPr>
        </p:nvGrpSpPr>
        <p:grpSpPr>
          <a:xfrm>
            <a:off x="4479290" y="2601595"/>
            <a:ext cx="3371850" cy="3667125"/>
            <a:chOff x="789831" y="2387357"/>
            <a:chExt cx="2443055" cy="4029786"/>
          </a:xfrm>
        </p:grpSpPr>
        <p:sp>
          <p:nvSpPr>
            <p:cNvPr id="20" name="PA-剪去同侧角的矩形 23+"/>
            <p:cNvSpPr/>
            <p:nvPr>
              <p:custDataLst>
                <p:tags r:id="rId5"/>
              </p:custDataLst>
            </p:nvPr>
          </p:nvSpPr>
          <p:spPr>
            <a:xfrm>
              <a:off x="789831" y="2387357"/>
              <a:ext cx="2388048" cy="3973925"/>
            </a:xfrm>
            <a:prstGeom prst="snip2SameRect">
              <a:avLst>
                <a:gd name="adj1" fmla="val 5237"/>
                <a:gd name="adj2" fmla="val 0"/>
              </a:avLst>
            </a:prstGeom>
            <a:gradFill>
              <a:gsLst>
                <a:gs pos="83000">
                  <a:srgbClr val="0070D6">
                    <a:alpha val="0"/>
                  </a:srgbClr>
                </a:gs>
                <a:gs pos="23000">
                  <a:srgbClr val="0070D6">
                    <a:alpha val="25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>
              <a:outerShdw blurRad="266700" dist="266700" dir="16200000" rotWithShape="0">
                <a:srgbClr val="59AAED">
                  <a:alpha val="46000"/>
                </a:srgbClr>
              </a:outerShdw>
            </a:effectLst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21" name="PA-剪去同侧角的矩形 3174"/>
            <p:cNvSpPr/>
            <p:nvPr>
              <p:custDataLst>
                <p:tags r:id="rId6"/>
              </p:custDataLst>
            </p:nvPr>
          </p:nvSpPr>
          <p:spPr>
            <a:xfrm>
              <a:off x="844838" y="2443218"/>
              <a:ext cx="2388048" cy="3973925"/>
            </a:xfrm>
            <a:prstGeom prst="snip2SameRect">
              <a:avLst>
                <a:gd name="adj1" fmla="val 5237"/>
                <a:gd name="adj2" fmla="val 0"/>
              </a:avLst>
            </a:prstGeom>
            <a:gradFill>
              <a:gsLst>
                <a:gs pos="96000">
                  <a:srgbClr val="FFFFFF">
                    <a:alpha val="0"/>
                  </a:srgbClr>
                </a:gs>
                <a:gs pos="56000">
                  <a:srgbClr val="FFFFFF"/>
                </a:gs>
              </a:gsLst>
              <a:lin ang="5400000" scaled="1"/>
            </a:gradFill>
            <a:ln w="12700" cap="flat" cmpd="sng" algn="ctr">
              <a:gradFill>
                <a:gsLst>
                  <a:gs pos="0">
                    <a:srgbClr val="0070D6"/>
                  </a:gs>
                  <a:gs pos="64000">
                    <a:srgbClr val="0070D6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</p:grpSp>
      <p:grpSp>
        <p:nvGrpSpPr>
          <p:cNvPr id="22" name="PA-原创小红书雷点PPT禁止盗用"/>
          <p:cNvGrpSpPr/>
          <p:nvPr>
            <p:custDataLst>
              <p:tags r:id="rId7"/>
            </p:custDataLst>
          </p:nvPr>
        </p:nvGrpSpPr>
        <p:grpSpPr>
          <a:xfrm>
            <a:off x="7985125" y="2601595"/>
            <a:ext cx="3667760" cy="3667125"/>
            <a:chOff x="789831" y="2387357"/>
            <a:chExt cx="2443055" cy="4029786"/>
          </a:xfrm>
        </p:grpSpPr>
        <p:sp>
          <p:nvSpPr>
            <p:cNvPr id="23" name="PA-剪去同侧角的矩形 23+"/>
            <p:cNvSpPr/>
            <p:nvPr>
              <p:custDataLst>
                <p:tags r:id="rId8"/>
              </p:custDataLst>
            </p:nvPr>
          </p:nvSpPr>
          <p:spPr>
            <a:xfrm>
              <a:off x="789831" y="2387357"/>
              <a:ext cx="2388048" cy="3973925"/>
            </a:xfrm>
            <a:prstGeom prst="snip2SameRect">
              <a:avLst>
                <a:gd name="adj1" fmla="val 5237"/>
                <a:gd name="adj2" fmla="val 0"/>
              </a:avLst>
            </a:prstGeom>
            <a:gradFill>
              <a:gsLst>
                <a:gs pos="83000">
                  <a:srgbClr val="0070D6">
                    <a:alpha val="0"/>
                  </a:srgbClr>
                </a:gs>
                <a:gs pos="23000">
                  <a:srgbClr val="0070D6">
                    <a:alpha val="25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>
              <a:outerShdw blurRad="266700" dist="266700" dir="16200000" rotWithShape="0">
                <a:srgbClr val="59AAED">
                  <a:alpha val="46000"/>
                </a:srgbClr>
              </a:outerShdw>
            </a:effectLst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24" name="PA-剪去同侧角的矩形 3174"/>
            <p:cNvSpPr/>
            <p:nvPr>
              <p:custDataLst>
                <p:tags r:id="rId9"/>
              </p:custDataLst>
            </p:nvPr>
          </p:nvSpPr>
          <p:spPr>
            <a:xfrm>
              <a:off x="844838" y="2443218"/>
              <a:ext cx="2388048" cy="3973925"/>
            </a:xfrm>
            <a:prstGeom prst="snip2SameRect">
              <a:avLst>
                <a:gd name="adj1" fmla="val 5237"/>
                <a:gd name="adj2" fmla="val 0"/>
              </a:avLst>
            </a:prstGeom>
            <a:gradFill>
              <a:gsLst>
                <a:gs pos="96000">
                  <a:srgbClr val="FFFFFF">
                    <a:alpha val="0"/>
                  </a:srgbClr>
                </a:gs>
                <a:gs pos="56000">
                  <a:srgbClr val="FFFFFF"/>
                </a:gs>
              </a:gsLst>
              <a:lin ang="5400000" scaled="1"/>
            </a:gradFill>
            <a:ln w="12700" cap="flat" cmpd="sng" algn="ctr">
              <a:gradFill>
                <a:gsLst>
                  <a:gs pos="0">
                    <a:srgbClr val="0070D6"/>
                  </a:gs>
                  <a:gs pos="64000">
                    <a:srgbClr val="0070D6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59055" y="2780030"/>
            <a:ext cx="4580890" cy="254952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80000"/>
              </a:lnSpc>
            </a:pPr>
            <a:r>
              <a:rPr lang="zh-CN"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核心优势：</a:t>
            </a:r>
            <a:r>
              <a:rPr lang="en-US" altLang="zh-CN"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PLC</a:t>
            </a:r>
            <a:r>
              <a:rPr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多轴协同、180片/分</a:t>
            </a:r>
            <a:endParaRPr kern="0" spc="27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80000"/>
              </a:lnSpc>
            </a:pPr>
            <a:r>
              <a:rPr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钟高速生产、精度≤2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mm</a:t>
            </a:r>
            <a:r>
              <a:rPr kern="0" spc="-7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kern="0" spc="-12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高性价比</a:t>
            </a:r>
            <a:endParaRPr kern="0" spc="12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80000"/>
              </a:lnSpc>
            </a:pP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生产效率：45-180片/</a:t>
            </a:r>
            <a:r>
              <a:rPr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分钟</a:t>
            </a:r>
            <a:endParaRPr kern="0" spc="10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80000"/>
              </a:lnSpc>
            </a:pPr>
            <a:r>
              <a:rPr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产品合格率：≥99%</a:t>
            </a:r>
            <a:endParaRPr kern="0" spc="23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80000"/>
              </a:lnSpc>
            </a:pPr>
            <a:r>
              <a:rPr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换型周期：≤30分钟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80000"/>
              </a:lnSpc>
            </a:pP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价格：50-150万元/套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80000"/>
              </a:lnSpc>
            </a:pP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172710" y="1715135"/>
            <a:ext cx="2061845" cy="5124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传统半自动化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639945" y="3035935"/>
            <a:ext cx="2667000" cy="28448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97000"/>
              </a:lnSpc>
              <a:spcBef>
                <a:spcPts val="1625"/>
              </a:spcBef>
            </a:pP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核心优势：成本低</a:t>
            </a:r>
            <a:endParaRPr kern="0" spc="4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l" rtl="0" eaLnBrk="0">
              <a:lnSpc>
                <a:spcPct val="97000"/>
              </a:lnSpc>
              <a:spcBef>
                <a:spcPts val="1625"/>
              </a:spcBef>
            </a:pPr>
            <a:r>
              <a:rPr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生产效率：≤60片/</a:t>
            </a:r>
            <a:r>
              <a:rPr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分钟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7000"/>
              </a:lnSpc>
              <a:spcBef>
                <a:spcPts val="1625"/>
              </a:spcBef>
            </a:pPr>
            <a:r>
              <a:rPr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产品合格率：≥85%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7000"/>
              </a:lnSpc>
              <a:spcBef>
                <a:spcPts val="1625"/>
              </a:spcBef>
            </a:pPr>
            <a:r>
              <a:rPr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换型周期：≥2小时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7000"/>
              </a:lnSpc>
              <a:spcBef>
                <a:spcPts val="1625"/>
              </a:spcBef>
            </a:pPr>
            <a:r>
              <a:rPr kern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价格：10-30万元/套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7000"/>
              </a:lnSpc>
              <a:spcBef>
                <a:spcPts val="1625"/>
              </a:spcBef>
            </a:pP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639810" y="1715135"/>
            <a:ext cx="2259330" cy="70675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进口全自动设备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348980" y="2908300"/>
            <a:ext cx="3304540" cy="288861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57000"/>
              </a:lnSpc>
            </a:pPr>
            <a:r>
              <a:rPr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核心优势：稳定性强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57000"/>
              </a:lnSpc>
            </a:pPr>
            <a:r>
              <a:rPr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生产效率：80-150片/</a:t>
            </a:r>
            <a:r>
              <a:rPr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分钟</a:t>
            </a:r>
            <a:endParaRPr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57000"/>
              </a:lnSpc>
              <a:spcBef>
                <a:spcPts val="1620"/>
              </a:spcBef>
            </a:pPr>
            <a:r>
              <a:rPr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产品合格率：≥98%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57000"/>
              </a:lnSpc>
            </a:pP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换型周期：≤1小时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57000"/>
              </a:lnSpc>
            </a:pPr>
            <a:r>
              <a:rPr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价格：200-500万元</a:t>
            </a: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/套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57000"/>
              </a:lnSpc>
            </a:pP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433830" y="6167755"/>
            <a:ext cx="8473440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400" b="1" kern="0" spc="-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本项目兼具高性能与高性价比，适配绝大多数口罩生产企业需求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1785" y="264160"/>
            <a:ext cx="5432425" cy="4572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marL="26670" algn="l" rtl="0" eaLnBrk="0">
              <a:lnSpc>
                <a:spcPct val="92000"/>
              </a:lnSpc>
            </a:pPr>
            <a:r>
              <a:rPr sz="2400" b="1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产品架构：分布式控制，模块化设计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9000"/>
              </a:lnSpc>
            </a:pP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/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3080" y="1045210"/>
            <a:ext cx="11410315" cy="2488565"/>
          </a:xfrm>
          <a:prstGeom prst="rect">
            <a:avLst/>
          </a:prstGeom>
          <a:noFill/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kern="0" spc="-1940" dirty="0">
                <a:solidFill>
                  <a:srgbClr val="107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■ </a:t>
            </a:r>
            <a:r>
              <a:rPr lang="en-US" kern="0" spc="-1940" dirty="0">
                <a:solidFill>
                  <a:srgbClr val="107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     </a:t>
            </a:r>
            <a:r>
              <a:rPr lang="en-US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</a:t>
            </a:r>
            <a:r>
              <a:rPr lang="zh-CN" altLang="en-US" sz="24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硬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件架构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20000"/>
              </a:lnSpc>
            </a:pPr>
            <a:r>
              <a:rPr kern="0" spc="15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</a:t>
            </a:r>
            <a:r>
              <a:rPr kern="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PLC</a:t>
            </a:r>
            <a:r>
              <a:rPr kern="0" spc="15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:信捷</a:t>
            </a:r>
            <a:r>
              <a:rPr kern="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XDH</a:t>
            </a:r>
            <a:r>
              <a:rPr kern="0" spc="15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-60T4-E,</a:t>
            </a:r>
            <a:r>
              <a:rPr kern="0" spc="152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15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负责口罩本体生产全流程核心控制</a:t>
            </a:r>
            <a:endParaRPr dirty="0">
              <a:solidFill>
                <a:schemeClr val="tx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kern="0" spc="25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</a:t>
            </a:r>
            <a:r>
              <a:rPr kern="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PLC</a:t>
            </a:r>
            <a:r>
              <a:rPr kern="0" spc="25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:西门子</a:t>
            </a:r>
            <a:r>
              <a:rPr kern="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SMART</a:t>
            </a:r>
            <a:r>
              <a:rPr kern="0" spc="25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200</a:t>
            </a:r>
            <a:r>
              <a:rPr kern="0" spc="52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25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负责五轴移栽搬运，西门子1200负责</a:t>
            </a:r>
            <a:r>
              <a:rPr kern="0" spc="25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V90 伺服驱动</a:t>
            </a:r>
            <a:endParaRPr dirty="0">
              <a:solidFill>
                <a:schemeClr val="tx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kern="0" spc="8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通讯：33个伺服驱</a:t>
            </a:r>
            <a:r>
              <a:rPr kern="0" spc="7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动器通过</a:t>
            </a:r>
            <a:r>
              <a:rPr kern="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EtherCAT</a:t>
            </a:r>
            <a:r>
              <a:rPr kern="0" spc="84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7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总线连接，响应延迟≤1</a:t>
            </a:r>
            <a:r>
              <a:rPr kern="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ms</a:t>
            </a:r>
            <a:endParaRPr dirty="0">
              <a:solidFill>
                <a:schemeClr val="tx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kern="0" spc="-9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布局：按工序划分为前段、中段、后段，五大</a:t>
            </a:r>
            <a:r>
              <a:rPr kern="0" spc="-10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功能模块独立设计</a:t>
            </a:r>
            <a:endParaRPr dirty="0">
              <a:solidFill>
                <a:schemeClr val="tx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kern="0" spc="-1940" dirty="0">
                <a:solidFill>
                  <a:srgbClr val="107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■ </a:t>
            </a:r>
            <a:r>
              <a:rPr lang="en-US" kern="0" spc="-1940" dirty="0">
                <a:solidFill>
                  <a:srgbClr val="107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     </a:t>
            </a:r>
            <a:r>
              <a:rPr lang="en-US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</a:t>
            </a:r>
            <a:r>
              <a:rPr lang="zh-CN" altLang="en-US" sz="24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软件架构</a:t>
            </a:r>
            <a:endParaRPr lang="zh-CN" altLang="en-US" sz="2400" b="1" kern="0" spc="1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/>
            <a:endParaRPr lang="zh-CN" altLang="en-US" b="1" kern="0" spc="1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232410" y="3533775"/>
            <a:ext cx="5542915" cy="25812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735965" algn="l" rtl="0" eaLnBrk="0">
              <a:lnSpc>
                <a:spcPct val="145000"/>
              </a:lnSpc>
              <a:spcBef>
                <a:spcPts val="2050"/>
              </a:spcBef>
            </a:pPr>
            <a:r>
              <a:rPr lang="en-US" altLang="zh-CN" sz="18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lang="zh-CN" altLang="en-US" sz="18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控制层以</a:t>
            </a:r>
            <a:r>
              <a:rPr lang="en-US" altLang="zh-CN" sz="18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PLC</a:t>
            </a:r>
            <a:r>
              <a:rPr lang="zh-CN" altLang="en-US" sz="18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控制程序为核心，承接硬件控制需求</a:t>
            </a:r>
            <a:r>
              <a:rPr lang="en-US" altLang="zh-CN" sz="18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;</a:t>
            </a:r>
            <a:r>
              <a:rPr lang="zh-CN" altLang="en-US" sz="18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驱动层作为控制层与执行层的桥梁，通过伺服驱动器、气缸电磁阀等部件</a:t>
            </a:r>
            <a:r>
              <a:rPr lang="en-US" altLang="zh-CN" sz="18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;</a:t>
            </a:r>
            <a:r>
              <a:rPr lang="zh-CN" altLang="en-US" sz="18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执行层由伺服电机、气缸、传感器等硬件部件组成，精准响应驱动信号</a:t>
            </a:r>
            <a:r>
              <a:rPr lang="en-US" altLang="zh-CN" sz="18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;</a:t>
            </a:r>
            <a:r>
              <a:rPr lang="zh-CN" altLang="en-US" sz="18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监控层通过触摸屏与上位机实现人机交互，支持生产参数设置、设备运行状态实时监控</a:t>
            </a:r>
            <a:r>
              <a:rPr lang="en-US" altLang="zh-CN" sz="18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.</a:t>
            </a:r>
            <a:endParaRPr lang="en-US" altLang="zh-CN" sz="1800">
              <a:solidFill>
                <a:schemeClr val="bg1">
                  <a:lumMod val="1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73165" y="3060700"/>
            <a:ext cx="403225" cy="36830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p>
            <a:pPr algn="l"/>
            <a:r>
              <a:rPr kern="0" spc="-1940" dirty="0">
                <a:solidFill>
                  <a:srgbClr val="107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■ </a:t>
            </a:r>
            <a:r>
              <a:rPr lang="en-US" kern="0" spc="-1940" dirty="0">
                <a:solidFill>
                  <a:srgbClr val="107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     </a:t>
            </a:r>
            <a:r>
              <a:rPr lang="en-US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</a:t>
            </a:r>
            <a:endParaRPr lang="en-US" altLang="en-US" b="1" kern="0" spc="10" dirty="0" smtClean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76390" y="3044190"/>
            <a:ext cx="1583690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网络架构</a:t>
            </a:r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39535" y="3651885"/>
            <a:ext cx="5182235" cy="23450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50000"/>
              </a:lnSpc>
            </a:pPr>
            <a:r>
              <a:rPr kern="0" spc="-25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以太网：主PLC</a:t>
            </a:r>
            <a:r>
              <a:rPr kern="0" spc="-117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25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与从PLC</a:t>
            </a:r>
            <a:r>
              <a:rPr kern="0" spc="-100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ern="0" spc="-25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数据交互，传输速率≥100Mbps</a:t>
            </a:r>
            <a:endParaRPr kern="0" spc="-250" dirty="0">
              <a:solidFill>
                <a:schemeClr val="tx1">
                  <a:lumMod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kern="0" spc="-7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Modbus-RTU:PLC</a:t>
            </a:r>
            <a:r>
              <a:rPr kern="0" spc="41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kern="0" spc="-7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与V20 变频器通讯，实现输送</a:t>
            </a:r>
            <a:r>
              <a:rPr kern="0" spc="-8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带速度无级调速</a:t>
            </a:r>
            <a:endParaRPr dirty="0">
              <a:solidFill>
                <a:schemeClr val="tx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kern="0" spc="-20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远程监控：支持数据上传云端，实</a:t>
            </a:r>
            <a:r>
              <a:rPr kern="0" spc="-210" dirty="0">
                <a:solidFill>
                  <a:schemeClr val="tx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现远程运维与固件升级</a:t>
            </a:r>
            <a:endParaRPr dirty="0">
              <a:solidFill>
                <a:schemeClr val="tx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dirty="0">
              <a:solidFill>
                <a:schemeClr val="tx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93700" y="2893060"/>
            <a:ext cx="5101590" cy="3964305"/>
          </a:xfrm>
          <a:prstGeom prst="round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73165" y="2893695"/>
            <a:ext cx="5348605" cy="3964305"/>
          </a:xfrm>
          <a:prstGeom prst="round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7830" y="873125"/>
            <a:ext cx="9842500" cy="196405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184150"/>
            <a:ext cx="5368925" cy="6457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92000"/>
              </a:lnSpc>
            </a:pP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核心硬件选型：国产优质，性能可靠</a:t>
            </a:r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26" name="图片 26" descr="微信图片_20260123181709_31_42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8340" y="184150"/>
            <a:ext cx="3982720" cy="2950210"/>
          </a:xfrm>
          <a:prstGeom prst="rect">
            <a:avLst/>
          </a:prstGeom>
        </p:spPr>
      </p:pic>
      <p:pic>
        <p:nvPicPr>
          <p:cNvPr id="3" name="图片 2" descr="微信图片_20260123181657_21_42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" y="1449070"/>
            <a:ext cx="5634990" cy="4926330"/>
          </a:xfrm>
          <a:prstGeom prst="rect">
            <a:avLst/>
          </a:prstGeom>
        </p:spPr>
      </p:pic>
      <p:pic>
        <p:nvPicPr>
          <p:cNvPr id="10" name="图片 10" descr="微信图片_20260123181702_26_42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090" y="3583940"/>
            <a:ext cx="4077970" cy="29508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0355" y="450215"/>
            <a:ext cx="6096000" cy="61976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sz="2400" b="1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核心技术方案：凸轮点位动态计算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5790" y="1254760"/>
            <a:ext cx="6958330" cy="16300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kern="0" spc="-2690" dirty="0">
                <a:solidFill>
                  <a:srgbClr val="106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●</a:t>
            </a:r>
            <a:r>
              <a:rPr kern="0" spc="-1560" dirty="0">
                <a:solidFill>
                  <a:srgbClr val="106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en-US" kern="0" spc="-1560" dirty="0">
                <a:solidFill>
                  <a:srgbClr val="106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     </a:t>
            </a:r>
            <a:r>
              <a:rPr lang="en-US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lang="zh-CN" altLang="en-US" sz="20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心原理</a:t>
            </a:r>
            <a:endParaRPr sz="2000" b="1" kern="0" spc="6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/>
            <a:r>
              <a:rPr sz="2000" kern="0" spc="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基于口罩宽度自动计</a:t>
            </a:r>
            <a:r>
              <a:rPr sz="2000" kern="0" spc="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算凸轮关键点位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sz="2000"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无需人工拆解设备或修改核心程序，快速适配不同尺寸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彻底摒弃传统手动调整凸轮曲线的繁琐流程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en-US" sz="2000" kern="0" spc="-1560" dirty="0">
              <a:solidFill>
                <a:srgbClr val="1060E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grpSp>
        <p:nvGrpSpPr>
          <p:cNvPr id="57" name="PA-原创小红书雷点PPT禁止盗用"/>
          <p:cNvGrpSpPr/>
          <p:nvPr>
            <p:custDataLst>
              <p:tags r:id="rId1"/>
            </p:custDataLst>
          </p:nvPr>
        </p:nvGrpSpPr>
        <p:grpSpPr>
          <a:xfrm>
            <a:off x="-26670" y="2601595"/>
            <a:ext cx="5996305" cy="3616325"/>
            <a:chOff x="789831" y="2387357"/>
            <a:chExt cx="2443055" cy="4029786"/>
          </a:xfrm>
        </p:grpSpPr>
        <p:sp>
          <p:nvSpPr>
            <p:cNvPr id="3174" name="PA-剪去同侧角的矩形 23+"/>
            <p:cNvSpPr/>
            <p:nvPr>
              <p:custDataLst>
                <p:tags r:id="rId2"/>
              </p:custDataLst>
            </p:nvPr>
          </p:nvSpPr>
          <p:spPr>
            <a:xfrm>
              <a:off x="789831" y="2387357"/>
              <a:ext cx="2388048" cy="3973925"/>
            </a:xfrm>
            <a:prstGeom prst="snip2SameRect">
              <a:avLst>
                <a:gd name="adj1" fmla="val 5237"/>
                <a:gd name="adj2" fmla="val 0"/>
              </a:avLst>
            </a:prstGeom>
            <a:gradFill>
              <a:gsLst>
                <a:gs pos="83000">
                  <a:srgbClr val="0070D6">
                    <a:alpha val="0"/>
                  </a:srgbClr>
                </a:gs>
                <a:gs pos="23000">
                  <a:srgbClr val="0070D6">
                    <a:alpha val="25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>
              <a:outerShdw blurRad="266700" dist="266700" dir="16200000" rotWithShape="0">
                <a:srgbClr val="59AAED">
                  <a:alpha val="46000"/>
                </a:srgbClr>
              </a:outerShdw>
            </a:effectLst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3175" name="PA-剪去同侧角的矩形 3174"/>
            <p:cNvSpPr/>
            <p:nvPr>
              <p:custDataLst>
                <p:tags r:id="rId3"/>
              </p:custDataLst>
            </p:nvPr>
          </p:nvSpPr>
          <p:spPr>
            <a:xfrm>
              <a:off x="844838" y="2443218"/>
              <a:ext cx="2388048" cy="3973925"/>
            </a:xfrm>
            <a:prstGeom prst="snip2SameRect">
              <a:avLst>
                <a:gd name="adj1" fmla="val 5237"/>
                <a:gd name="adj2" fmla="val 0"/>
              </a:avLst>
            </a:prstGeom>
            <a:gradFill>
              <a:gsLst>
                <a:gs pos="96000">
                  <a:srgbClr val="FFFFFF">
                    <a:alpha val="0"/>
                  </a:srgbClr>
                </a:gs>
                <a:gs pos="56000">
                  <a:srgbClr val="FFFFFF"/>
                </a:gs>
              </a:gsLst>
              <a:lin ang="5400000" scaled="1"/>
            </a:gradFill>
            <a:ln w="12700" cap="flat" cmpd="sng" algn="ctr">
              <a:gradFill>
                <a:gsLst>
                  <a:gs pos="0">
                    <a:srgbClr val="0070D6"/>
                  </a:gs>
                  <a:gs pos="64000">
                    <a:srgbClr val="0070D6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</p:grpSp>
      <p:grpSp>
        <p:nvGrpSpPr>
          <p:cNvPr id="4" name="PA-原创小红书雷点PPT禁止盗用"/>
          <p:cNvGrpSpPr/>
          <p:nvPr>
            <p:custDataLst>
              <p:tags r:id="rId4"/>
            </p:custDataLst>
          </p:nvPr>
        </p:nvGrpSpPr>
        <p:grpSpPr>
          <a:xfrm>
            <a:off x="6395720" y="2600960"/>
            <a:ext cx="5600065" cy="3692525"/>
            <a:chOff x="789831" y="2387357"/>
            <a:chExt cx="2443055" cy="4029786"/>
          </a:xfrm>
        </p:grpSpPr>
        <p:sp>
          <p:nvSpPr>
            <p:cNvPr id="5" name="PA-剪去同侧角的矩形 23+"/>
            <p:cNvSpPr/>
            <p:nvPr>
              <p:custDataLst>
                <p:tags r:id="rId5"/>
              </p:custDataLst>
            </p:nvPr>
          </p:nvSpPr>
          <p:spPr>
            <a:xfrm>
              <a:off x="789831" y="2387357"/>
              <a:ext cx="2388048" cy="3973925"/>
            </a:xfrm>
            <a:prstGeom prst="snip2SameRect">
              <a:avLst>
                <a:gd name="adj1" fmla="val 5237"/>
                <a:gd name="adj2" fmla="val 0"/>
              </a:avLst>
            </a:prstGeom>
            <a:gradFill>
              <a:gsLst>
                <a:gs pos="83000">
                  <a:srgbClr val="0070D6">
                    <a:alpha val="0"/>
                  </a:srgbClr>
                </a:gs>
                <a:gs pos="23000">
                  <a:srgbClr val="0070D6">
                    <a:alpha val="25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>
              <a:outerShdw blurRad="266700" dist="266700" dir="16200000" rotWithShape="0">
                <a:srgbClr val="59AAED">
                  <a:alpha val="46000"/>
                </a:srgbClr>
              </a:outerShdw>
            </a:effectLst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6" name="PA-剪去同侧角的矩形 3174"/>
            <p:cNvSpPr/>
            <p:nvPr>
              <p:custDataLst>
                <p:tags r:id="rId6"/>
              </p:custDataLst>
            </p:nvPr>
          </p:nvSpPr>
          <p:spPr>
            <a:xfrm>
              <a:off x="844838" y="2443218"/>
              <a:ext cx="2388048" cy="3973925"/>
            </a:xfrm>
            <a:prstGeom prst="snip2SameRect">
              <a:avLst>
                <a:gd name="adj1" fmla="val 5237"/>
                <a:gd name="adj2" fmla="val 0"/>
              </a:avLst>
            </a:prstGeom>
            <a:gradFill>
              <a:gsLst>
                <a:gs pos="96000">
                  <a:srgbClr val="FFFFFF">
                    <a:alpha val="0"/>
                  </a:srgbClr>
                </a:gs>
                <a:gs pos="56000">
                  <a:srgbClr val="FFFFFF"/>
                </a:gs>
              </a:gsLst>
              <a:lin ang="5400000" scaled="1"/>
            </a:gradFill>
            <a:ln w="12700" cap="flat" cmpd="sng" algn="ctr">
              <a:gradFill>
                <a:gsLst>
                  <a:gs pos="0">
                    <a:srgbClr val="0070D6"/>
                  </a:gs>
                  <a:gs pos="64000">
                    <a:srgbClr val="0070D6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6755" y="2884805"/>
            <a:ext cx="5262245" cy="30524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差异化计算逻辑</a:t>
            </a:r>
            <a:r>
              <a:rPr lang="zh-CN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：</a:t>
            </a:r>
            <a:endParaRPr b="1" kern="0" spc="7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定标模式：口罩宽度=滚花伺服每圈移动量</a:t>
            </a:r>
            <a:r>
              <a:rPr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/2*(100-定标提前返回百分比)/100</a:t>
            </a:r>
            <a:r>
              <a:rPr lang="en-US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;</a:t>
            </a:r>
            <a:endParaRPr lang="en-US" kern="0" spc="15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通过色标检测反馈信号，自动修正定标提前</a:t>
            </a: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返回百分比，保障尺寸一致性</a:t>
            </a:r>
            <a:r>
              <a:rPr lang="zh-CN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；</a:t>
            </a:r>
            <a:endParaRPr lang="zh-CN" kern="0" spc="11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定长模式：口罩宽度=滚花伺服每圈移动量/</a:t>
            </a:r>
            <a:r>
              <a:rPr kern="0" spc="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直接通过预设参数自</a:t>
            </a:r>
            <a:r>
              <a:rPr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动计算，操作更便捷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40000"/>
              </a:lnSpc>
            </a:pP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44970" y="2877185"/>
            <a:ext cx="5124450" cy="3416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b="1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性能优化</a:t>
            </a:r>
            <a:r>
              <a:rPr lang="zh-CN" b="1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：</a:t>
            </a:r>
            <a:endParaRPr lang="zh-CN" b="1" kern="0" spc="16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内置多种凸轮曲线类型：三次曲线、直线等</a:t>
            </a:r>
            <a:r>
              <a:rPr lang="zh-CN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；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kern="0" spc="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焊耳滑台优化加速度与跃度，减少焊接瞬间运动</a:t>
            </a:r>
            <a:r>
              <a:rPr kern="0" spc="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冲击</a:t>
            </a:r>
            <a:r>
              <a:rPr lang="zh-CN" kern="0" spc="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；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kern="0" spc="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封边滑台采用平滑三次曲线，确保动作连贯平</a:t>
            </a:r>
            <a:r>
              <a:rPr kern="0" spc="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稳</a:t>
            </a:r>
            <a:r>
              <a:rPr lang="zh-CN" kern="0" spc="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；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kern="0" spc="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设备运动冲击降低30%</a:t>
            </a:r>
            <a:r>
              <a:rPr kern="0" spc="2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以上，延长核心部件使用寿命</a:t>
            </a:r>
            <a:r>
              <a:rPr lang="zh-CN" kern="0" spc="2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；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动态计算+曲线优化，大幅缩短换型时间，提升生产效率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40000"/>
              </a:lnSpc>
            </a:pPr>
            <a:endParaRPr lang="zh-CN" sz="1800" b="1" kern="0" spc="16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4" descr="微信图片_20260123181658_22_42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822325"/>
            <a:ext cx="5641975" cy="57048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16675" y="822325"/>
            <a:ext cx="5332095" cy="5704840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200000"/>
              </a:lnSpc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     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过料机构采用弹簧压紧式设计，操作人员可通过波纹把手灵活调整压紧压力，适配不同厚度的布料，确保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3-6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层布料压叠平整、无错位，避免因压叠不平整导致后续焊接、裁切故障。纠偏模块与前文布料张紧与纠偏技术深度联动，通过纠偏传感器实时检测布料边缘位置，将偏移信号传输至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PLC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PLC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快速响应并控制纠偏伺服电机推动布料支架移动，实现实时纠偏，纠偏精度可达行业领先水平，可灵活适配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50-150mm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不同宽度的布料，满足多样化生产需求。</a:t>
            </a:r>
            <a:endParaRPr lang="zh-CN" altLang="en-US" sz="180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5" descr="微信图片_20260123181659_23_42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170" y="265430"/>
            <a:ext cx="10156190" cy="38639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82370" y="4648835"/>
            <a:ext cx="9101455" cy="14636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60000"/>
              </a:lnSpc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     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该模块的出料环节与口罩全产业链流程中的生产收尾环节无缝衔接，为后续检测、装箱工序提供规整、合格的成品口罩，确保全产业链流程的顺畅运转，提升整体生产效率</a:t>
            </a:r>
            <a:endParaRPr lang="zh-CN" altLang="en-US" sz="180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073785" y="280035"/>
            <a:ext cx="4328160" cy="59880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sz="2800" b="1" kern="0" spc="-9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关键模块：布料处理至成品出料全流程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endParaRPr lang="zh-CN" altLang="en-US" sz="28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1635" y="991870"/>
            <a:ext cx="9051925" cy="565086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145000"/>
              </a:lnSpc>
            </a:pPr>
            <a:r>
              <a:rPr lang="en-US" b="1" kern="0" spc="-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b="1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布料上料</a:t>
            </a:r>
            <a:r>
              <a:rPr b="1" kern="0" spc="-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kern="0" spc="-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布料卷放置架配备专用驱动电机，</a:t>
            </a:r>
            <a:r>
              <a:rPr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实时接收张紧机构反馈信号，自动调整放料速</a:t>
            </a:r>
            <a:r>
              <a:rPr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度，实现放料速度与</a:t>
            </a:r>
            <a:r>
              <a:rPr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布料消耗速度精准匹配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45000"/>
              </a:lnSpc>
            </a:pPr>
            <a:r>
              <a:rPr lang="en-US" b="1" kern="0" spc="270" dirty="0">
                <a:solidFill>
                  <a:schemeClr val="bg2">
                    <a:lumMod val="10000"/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2.</a:t>
            </a:r>
            <a:r>
              <a:rPr b="1" kern="0" spc="270" dirty="0">
                <a:solidFill>
                  <a:schemeClr val="bg2">
                    <a:lumMod val="10000"/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布料导入与张紧</a:t>
            </a:r>
            <a:r>
              <a:rPr b="1"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kern="0" spc="-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3个张力传感器+配</a:t>
            </a:r>
            <a:r>
              <a:rPr kern="0" spc="-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重块实时检测布料松紧度，</a:t>
            </a:r>
            <a:r>
              <a:rPr kern="0" spc="-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形成闭环控制，确保布料始终</a:t>
            </a:r>
            <a:r>
              <a:rPr kern="0" spc="-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处于稳定张紧状态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45000"/>
              </a:lnSpc>
              <a:spcBef>
                <a:spcPts val="0"/>
              </a:spcBef>
            </a:pPr>
            <a:r>
              <a:rPr lang="en-US" altLang="zh-CN" sz="1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3.</a:t>
            </a:r>
            <a:r>
              <a:rPr kern="0" spc="-160" dirty="0">
                <a:solidFill>
                  <a:srgbClr val="1060E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kern="0" spc="-160" dirty="0">
                <a:solidFill>
                  <a:srgbClr val="1060E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b="1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罩印花与</a:t>
            </a:r>
            <a:r>
              <a:rPr b="1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鼻梁条安装</a:t>
            </a:r>
            <a:r>
              <a:rPr b="1"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印花工序支持复杂图案原料，色标检测实时捕捉信号；</a:t>
            </a:r>
            <a:r>
              <a:rPr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kern="0" spc="-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鼻梁条上料自动切断导入至包边，偏移≤0.5</a:t>
            </a:r>
            <a:r>
              <a:rPr kern="0" spc="-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0320" algn="l" rtl="0" eaLnBrk="0">
              <a:lnSpc>
                <a:spcPct val="145000"/>
              </a:lnSpc>
              <a:spcBef>
                <a:spcPts val="0"/>
              </a:spcBef>
            </a:pPr>
            <a:r>
              <a:rPr lang="en-US" altLang="zh-CN" sz="1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4.</a:t>
            </a:r>
            <a:r>
              <a:rPr b="1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口罩封边与折叠</a:t>
            </a:r>
            <a:r>
              <a:rPr b="1" kern="0" spc="-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45000"/>
              </a:lnSpc>
              <a:spcBef>
                <a:spcPts val="80"/>
              </a:spcBef>
            </a:pPr>
            <a:r>
              <a:rPr kern="0" spc="-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封边滑台采用凸轮协同控制，尺寸误差≤1</a:t>
            </a:r>
            <a:r>
              <a:rPr kern="0" spc="-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mm;</a:t>
            </a:r>
            <a:r>
              <a:rPr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布料折叠工序精准定位，确保口</a:t>
            </a:r>
            <a:r>
              <a:rPr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罩成型规范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45000"/>
              </a:lnSpc>
            </a:pPr>
            <a:r>
              <a:rPr lang="en-US" altLang="zh-CN" sz="1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5.</a:t>
            </a:r>
            <a:r>
              <a:rPr kern="0" spc="-40" dirty="0">
                <a:solidFill>
                  <a:srgbClr val="107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kern="0" spc="-40" dirty="0">
                <a:solidFill>
                  <a:srgbClr val="1070F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耳带焊接</a:t>
            </a:r>
            <a:r>
              <a:rPr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焊耳滑台凸轮追剪功能，位</a:t>
            </a:r>
            <a:r>
              <a:rPr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置偏</a:t>
            </a:r>
            <a:r>
              <a:rPr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差≤2</a:t>
            </a:r>
            <a:r>
              <a:rPr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mm;</a:t>
            </a:r>
            <a:r>
              <a:rPr kern="0" spc="3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耳带焊接横向偏差</a:t>
            </a:r>
            <a:r>
              <a:rPr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控制精准，保</a:t>
            </a:r>
            <a:r>
              <a:rPr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障口罩密封性能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45000"/>
              </a:lnSpc>
              <a:spcBef>
                <a:spcPts val="1355"/>
              </a:spcBef>
            </a:pPr>
            <a:r>
              <a:rPr lang="en-US" altLang="zh-CN" sz="1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6.</a:t>
            </a:r>
            <a:r>
              <a:rPr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裁切出料</a:t>
            </a:r>
            <a:r>
              <a:rPr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：成品裁切精度+0.5</a:t>
            </a:r>
            <a:r>
              <a:rPr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mm,  </a:t>
            </a:r>
            <a:r>
              <a:rPr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符合医疗级标准；</a:t>
            </a:r>
            <a:r>
              <a:rPr kern="0" spc="-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五轴移载搬运，成品抓取定位精度≤0.</a:t>
            </a:r>
            <a:r>
              <a:rPr kern="0" spc="-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</a:t>
            </a:r>
            <a:r>
              <a:rPr kern="0" spc="-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mm</a:t>
            </a: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145000"/>
              </a:lnSpc>
              <a:spcBef>
                <a:spcPts val="1355"/>
              </a:spcBef>
            </a:pPr>
            <a:r>
              <a:rPr lang="en-US" altLang="zh-CN" sz="1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</a:t>
            </a:r>
            <a:r>
              <a:rPr lang="en-US" altLang="zh-CN" sz="1800" b="1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b="1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成品分拣与废料回收</a:t>
            </a:r>
            <a:r>
              <a:rPr kern="0" spc="-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成品自动分拣，废料独立回收，</a:t>
            </a:r>
            <a:r>
              <a:rPr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全流程自动化，无需人工干预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45000"/>
              </a:lnSpc>
            </a:pPr>
            <a:endParaRPr lang="en-US" altLang="zh-CN" sz="18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9540" y="107950"/>
            <a:ext cx="5320665" cy="5588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sz="2400" b="1" kern="0" spc="3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核心功能：精准控耗，智能监控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7810" y="1094740"/>
            <a:ext cx="2479675" cy="4768850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78505" y="1094740"/>
            <a:ext cx="2590800" cy="476821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36970" y="1094740"/>
            <a:ext cx="2678430" cy="476821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49080" y="1094740"/>
            <a:ext cx="2787650" cy="4768215"/>
          </a:xfrm>
          <a:prstGeom prst="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r>
              <a:rPr lang="en-US" altLang="zh-CN" sz="9600">
                <a:solidFill>
                  <a:srgbClr val="2D3847"/>
                </a:solidFill>
                <a:effectLst>
                  <a:glow>
                    <a:srgbClr val="000000"/>
                  </a:glow>
                </a:effectLst>
                <a:latin typeface="演示新手书" panose="00000500000000000000" pitchFamily="50" charset="-122"/>
                <a:ea typeface="演示新手书" panose="00000500000000000000" pitchFamily="50" charset="-122"/>
              </a:rPr>
              <a:t>  </a:t>
            </a:r>
            <a:endParaRPr lang="en-US" altLang="zh-CN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6400" y="1189355"/>
            <a:ext cx="2228215" cy="45262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高精度生产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565"/>
              </a:spcBef>
            </a:pP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连续万次耳带焊接测试，误</a:t>
            </a:r>
            <a:r>
              <a:rPr sz="2000" kern="0" spc="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差稳定控制在2毫米以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内；合格率高达99</a:t>
            </a:r>
            <a:r>
              <a:rPr sz="2000" kern="0" spc="-14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.7%,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1000"/>
              </a:lnSpc>
              <a:spcBef>
                <a:spcPts val="155"/>
              </a:spcBef>
            </a:pPr>
            <a:r>
              <a:rPr sz="2000"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契合医疗防护产品严苛标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准；鼻梁条偏移≤0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.5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mm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完全满足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GB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19083</a:t>
            </a:r>
            <a:endParaRPr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6000"/>
              </a:lnSpc>
            </a:pP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r>
              <a:rPr sz="2000" kern="0" spc="4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83-2010规定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78505" y="1189355"/>
            <a:ext cx="2590800" cy="452691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生产柔性化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560"/>
              </a:spcBef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000" kern="0" spc="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支持0-180片/分钟无级</a:t>
            </a:r>
            <a:r>
              <a:rPr sz="2000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调</a:t>
            </a:r>
            <a:r>
              <a:rPr sz="2000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速，一键响应不同产能需</a:t>
            </a:r>
            <a:r>
              <a:rPr sz="2000" kern="0" spc="-5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求；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33个总线伺服同步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协同，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335"/>
              </a:spcBef>
            </a:pP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拉布、封边、焊耳等工序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精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9000"/>
              </a:lnSpc>
              <a:spcBef>
                <a:spcPts val="110"/>
              </a:spcBef>
            </a:pPr>
            <a:r>
              <a:rPr sz="2000" kern="0" spc="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密衔接；产线换型仅需30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sz="2000" kern="0" spc="-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分钟，适配3-6层</a:t>
            </a:r>
            <a:r>
              <a:rPr sz="2000" kern="0" spc="-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不同规格</a:t>
            </a:r>
            <a:r>
              <a:rPr sz="2000" kern="0" spc="-3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口</a:t>
            </a:r>
            <a:r>
              <a:rPr sz="2000" kern="0" spc="-5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2000" kern="0" spc="-3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罩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en-US" altLang="zh-CN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36970" y="1189355"/>
            <a:ext cx="2546985" cy="467423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智能监控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565"/>
              </a:spcBef>
            </a:pP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集成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TG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765S-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XT</a:t>
            </a:r>
            <a:r>
              <a:rPr sz="2000" kern="0" spc="17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工业触摸屏</a:t>
            </a:r>
            <a:r>
              <a:rPr sz="2000" kern="0" spc="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实时设定生产参数、监控</a:t>
            </a:r>
            <a:r>
              <a:rPr sz="2000" kern="0" spc="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备状态；内置定标与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定长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双模式，色标检测实时捕捉信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、修正切割位置；以太网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7000"/>
              </a:lnSpc>
              <a:spcBef>
                <a:spcPts val="1745"/>
              </a:spcBef>
            </a:pPr>
            <a:r>
              <a:rPr sz="2000" kern="0" spc="-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通讯模块实时上传产量、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合格率、能耗等关键数据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62110" y="1189355"/>
            <a:ext cx="2573020" cy="467423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节能安全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3000"/>
              </a:lnSpc>
              <a:spcBef>
                <a:spcPts val="1565"/>
              </a:spcBef>
            </a:pPr>
            <a:r>
              <a:rPr sz="20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核心部件低功耗设计，整</a:t>
            </a:r>
            <a:r>
              <a:rPr sz="2000"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线能耗较传统产线降低约</a:t>
            </a:r>
            <a:r>
              <a:rPr sz="2000" kern="0" spc="7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20%;急停按钮、缺料</a:t>
            </a:r>
            <a:r>
              <a:rPr sz="2000" kern="0" spc="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检测与软件限位构成全全方位防护机制；连续</a:t>
            </a:r>
            <a:r>
              <a:rPr sz="2000" kern="0" spc="4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连运行故障率控制在0.5%</a:t>
            </a:r>
            <a:r>
              <a:rPr sz="20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以下，平均无故障运</a:t>
            </a:r>
            <a:r>
              <a:rPr sz="20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行时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5000"/>
              </a:lnSpc>
            </a:pP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000" kern="0" spc="2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间≥800小时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6" name="picture 236"/>
          <p:cNvPicPr>
            <a:picLocks noChangeAspect="1"/>
          </p:cNvPicPr>
          <p:nvPr/>
        </p:nvPicPr>
        <p:blipFill>
          <a:blip r:embed="rId1"/>
          <a:srcRect l="11205" t="21502" r="57647" b="20399"/>
          <a:stretch>
            <a:fillRect/>
          </a:stretch>
        </p:blipFill>
        <p:spPr>
          <a:xfrm rot="21600000">
            <a:off x="3004820" y="2496820"/>
            <a:ext cx="3238500" cy="32880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8425" y="203835"/>
            <a:ext cx="6550660" cy="9531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成本核算：精准控制，稳定盈利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5970" y="2668905"/>
            <a:ext cx="2771140" cy="5619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85000"/>
              </a:lnSpc>
              <a:spcBef>
                <a:spcPts val="0"/>
              </a:spcBef>
            </a:pPr>
            <a:r>
              <a:rPr kern="0" spc="-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核心硬件成本：</a:t>
            </a:r>
            <a:r>
              <a:rPr kern="0" spc="6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28万元(80%)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425" y="3492500"/>
            <a:ext cx="3547110" cy="48069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85000"/>
              </a:lnSpc>
              <a:spcBef>
                <a:spcPts val="1685"/>
              </a:spcBef>
            </a:pPr>
            <a:r>
              <a:rPr kern="0" spc="-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软件开发成本：</a:t>
            </a:r>
            <a:r>
              <a:rPr kern="0" spc="5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4万元(11.4%)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0335" y="4234815"/>
            <a:ext cx="2598420" cy="8267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85000"/>
              </a:lnSpc>
              <a:spcBef>
                <a:spcPts val="1685"/>
              </a:spcBef>
            </a:pP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生产调试成本：</a:t>
            </a:r>
            <a:endParaRPr kern="0" spc="11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l" rtl="0" eaLnBrk="0">
              <a:lnSpc>
                <a:spcPct val="85000"/>
              </a:lnSpc>
              <a:spcBef>
                <a:spcPts val="1685"/>
              </a:spcBef>
            </a:pPr>
            <a:r>
              <a:rPr kern="0" spc="5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2万元(5.7%)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1446530" y="5167630"/>
            <a:ext cx="5258435" cy="6369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978025" algn="l" rtl="0" eaLnBrk="0">
              <a:lnSpc>
                <a:spcPct val="97000"/>
              </a:lnSpc>
              <a:spcBef>
                <a:spcPts val="1680"/>
              </a:spcBef>
            </a:pPr>
            <a:r>
              <a:rPr lang="zh-CN" b="1" kern="0" spc="3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其他成本：</a:t>
            </a:r>
            <a:r>
              <a:rPr b="1" kern="0" spc="3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1万元(2.9%)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89600" y="5339080"/>
            <a:ext cx="2623185" cy="60325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85000"/>
              </a:lnSpc>
              <a:spcBef>
                <a:spcPts val="0"/>
              </a:spcBef>
            </a:pPr>
            <a:r>
              <a:rPr lang="zh-CN" kern="0" spc="7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总成本：</a:t>
            </a:r>
            <a:r>
              <a:rPr kern="0" spc="7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35万元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6557645" y="666750"/>
          <a:ext cx="5109210" cy="2559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9210"/>
              </a:tblGrid>
              <a:tr h="511810">
                <a:tc>
                  <a:txBody>
                    <a:bodyPr/>
                    <a:p>
                      <a:pPr marL="8280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800" b="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核心硬件：</a:t>
                      </a:r>
                      <a:r>
                        <a:rPr sz="1800" b="0" kern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PLC</a:t>
                      </a:r>
                      <a:r>
                        <a:rPr sz="1800" b="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(信捷+西门子)+伺服驱动器+伺服电机+气</a:t>
                      </a:r>
                      <a:r>
                        <a:rPr sz="1800" b="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缸+传感器+触摸屏等</a:t>
                      </a: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noFill/>
                  </a:tcPr>
                </a:tc>
              </a:tr>
              <a:tr h="511810">
                <a:tc>
                  <a:txBody>
                    <a:bodyPr/>
                    <a:p>
                      <a:pPr algn="l" rtl="0" eaLnBrk="0">
                        <a:lnSpc>
                          <a:spcPct val="134000"/>
                        </a:lnSpc>
                      </a:pPr>
                      <a:r>
                        <a:rPr sz="1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软件开发：</a:t>
                      </a:r>
                      <a:r>
                        <a:rPr sz="1800" kern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PLC</a:t>
                      </a:r>
                      <a:r>
                        <a:rPr sz="1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控制程序+凸轮协同算法+角触摸屏界面</a:t>
                      </a:r>
                      <a:r>
                        <a:rPr sz="18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+通讯协议(摊薄)</a:t>
                      </a: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noFill/>
                  </a:tcPr>
                </a:tc>
              </a:tr>
              <a:tr h="511810">
                <a:tc>
                  <a:txBody>
                    <a:bodyPr/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800" kern="0" spc="-17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r>
                        <a:rPr sz="18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……</a:t>
                      </a:r>
                      <a:r>
                        <a:rPr sz="1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                 </a:t>
                      </a:r>
                      <a:r>
                        <a:rPr sz="18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….</a:t>
                      </a:r>
                      <a:endParaRPr lang="zh-CN" altLang="en-US"/>
                    </a:p>
                  </a:txBody>
                  <a:tcPr>
                    <a:noFill/>
                  </a:tcPr>
                </a:tc>
              </a:tr>
              <a:tr h="511810">
                <a:tc>
                  <a:txBody>
                    <a:bodyPr/>
                    <a:p>
                      <a:pPr>
                        <a:buNone/>
                      </a:pPr>
                      <a:r>
                        <a:rPr sz="1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生产调试：模块化组装+</a:t>
                      </a:r>
                      <a:r>
                        <a:rPr sz="1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功能测试+老化测试+现场调试</a:t>
                      </a: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noFill/>
                  </a:tcPr>
                </a:tc>
              </a:tr>
              <a:tr h="511810">
                <a:tc>
                  <a:txBody>
                    <a:bodyPr/>
                    <a:p>
                      <a:pPr>
                        <a:buNone/>
                      </a:pPr>
                      <a:r>
                        <a:rPr sz="1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其他：包装+物流+售后储备+</a:t>
                      </a:r>
                      <a:r>
                        <a:rPr sz="1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技术文档</a:t>
                      </a: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216785" y="6065520"/>
            <a:ext cx="6858635" cy="8235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 rtl="0" eaLnBrk="0">
              <a:lnSpc>
                <a:spcPct val="50000"/>
              </a:lnSpc>
            </a:pPr>
            <a:endParaRPr dirty="0">
              <a:highlight>
                <a:srgbClr val="00FFFF"/>
              </a:highlight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highlight>
                  <a:srgbClr val="00FFFF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成本结构合理，核心成本可控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highlight>
                  <a:srgbClr val="00FFFF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，为高性价比定价提供保障</a:t>
            </a:r>
            <a:endParaRPr sz="2000" dirty="0">
              <a:highlight>
                <a:srgbClr val="00FFFF"/>
              </a:highligh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000">
              <a:highlight>
                <a:srgbClr val="00FFFF"/>
              </a:highlight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80060" y="363220"/>
            <a:ext cx="810387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800" b="1" kern="0" spc="5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商业模式：硬件+软件+服务三位一体</a:t>
            </a:r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34415" y="1945005"/>
            <a:ext cx="2894965" cy="49784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000" b="1" kern="0" spc="-130" dirty="0">
                <a:solidFill>
                  <a:schemeClr val="bg2">
                    <a:lumMod val="1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硬件销售</a:t>
            </a:r>
            <a:endParaRPr sz="2000" b="1" dirty="0">
              <a:solidFill>
                <a:schemeClr val="bg2">
                  <a:lumMod val="1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000" b="1" dirty="0">
              <a:solidFill>
                <a:schemeClr val="bg2">
                  <a:lumMod val="1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1760" y="2806700"/>
            <a:ext cx="4051935" cy="288353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glow>
              <a:srgbClr val="000000"/>
            </a:glow>
          </a:effectLst>
        </p:spPr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760" y="2987040"/>
            <a:ext cx="4284980" cy="235648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30000"/>
              </a:lnSpc>
            </a:pPr>
            <a:r>
              <a:rPr lang="en-US" kern="0" spc="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kern="0" spc="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50-150万元阶梯定价策略，精准覆</a:t>
            </a:r>
            <a:r>
              <a:rPr kern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kern="0" spc="2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盖中小型企业采购预算</a:t>
            </a:r>
            <a:endParaRPr kern="0" spc="23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en-US" kern="0" spc="3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</a:t>
            </a:r>
            <a:r>
              <a:rPr kern="0" spc="3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模块化设计支持从基础款到高端</a:t>
            </a:r>
            <a:r>
              <a:rPr kern="0" spc="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</a:t>
            </a:r>
            <a:r>
              <a:rPr kern="0" spc="2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款的逐步升级</a:t>
            </a:r>
            <a:endParaRPr kern="0" spc="26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en-US" kern="0" spc="3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3.</a:t>
            </a:r>
            <a:r>
              <a:rPr kern="0" spc="3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单套设备成本35万元，</a:t>
            </a:r>
            <a:r>
              <a:rPr kern="0" spc="3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保持30%-</a:t>
            </a:r>
            <a:r>
              <a:rPr kern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</a:t>
            </a:r>
            <a:r>
              <a:rPr kern="0" spc="6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45%稳定毛利率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248785" y="2806700"/>
            <a:ext cx="3787775" cy="288353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glow>
              <a:srgbClr val="000000"/>
            </a:glow>
          </a:effectLst>
        </p:spPr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213725" y="2806700"/>
            <a:ext cx="3978275" cy="288353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glow>
              <a:srgbClr val="000000"/>
            </a:glow>
          </a:effectLst>
        </p:spPr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4210" y="1945005"/>
            <a:ext cx="2894965" cy="49784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000" b="1" kern="0" spc="-60" dirty="0">
                <a:solidFill>
                  <a:schemeClr val="bg2">
                    <a:lumMod val="1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软件升级</a:t>
            </a:r>
            <a:endParaRPr sz="2000" b="1" dirty="0">
              <a:solidFill>
                <a:schemeClr val="bg2">
                  <a:lumMod val="1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sz="2000" b="1" dirty="0">
              <a:solidFill>
                <a:schemeClr val="bg2">
                  <a:lumMod val="1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000" b="1" dirty="0">
              <a:solidFill>
                <a:schemeClr val="bg2">
                  <a:lumMod val="1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83930" y="1945005"/>
            <a:ext cx="2894965" cy="49784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000" b="1" kern="0" spc="-60" dirty="0">
                <a:solidFill>
                  <a:schemeClr val="bg2">
                    <a:lumMod val="1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软件升级</a:t>
            </a:r>
            <a:endParaRPr sz="2000" dirty="0">
              <a:solidFill>
                <a:schemeClr val="bg2">
                  <a:lumMod val="1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000" b="1" dirty="0">
              <a:solidFill>
                <a:schemeClr val="bg2">
                  <a:lumMod val="1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96105" y="3122930"/>
            <a:ext cx="3508375" cy="222059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30000"/>
              </a:lnSpc>
            </a:pPr>
            <a:r>
              <a:rPr lang="en-US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提供参数化升级服务，无需更换</a:t>
            </a:r>
            <a:r>
              <a:rPr kern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</a:t>
            </a:r>
            <a:r>
              <a:rPr kern="0" spc="3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硬件即可提升性能</a:t>
            </a:r>
            <a:endParaRPr kern="0" spc="34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en-US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</a:t>
            </a:r>
            <a:r>
              <a:rPr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定标/定长双模式支持，一</a:t>
            </a:r>
            <a:r>
              <a:rPr kern="0" spc="-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键换型仅</a:t>
            </a:r>
            <a:r>
              <a:rPr kern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kern="0" spc="4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需30分钟</a:t>
            </a:r>
            <a:endParaRPr kern="0" spc="49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en-US" kern="0" spc="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3.</a:t>
            </a:r>
            <a:r>
              <a:rPr kern="0" spc="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数据驱动优化运维，生成标准化</a:t>
            </a:r>
            <a:r>
              <a:rPr kern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</a:t>
            </a:r>
            <a:r>
              <a:rPr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报表，支持预防性维护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30000"/>
              </a:lnSpc>
            </a:pP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36255" y="2987040"/>
            <a:ext cx="3895725" cy="255143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310515" algn="l" rtl="0" eaLnBrk="0">
              <a:lnSpc>
                <a:spcPct val="85000"/>
              </a:lnSpc>
              <a:spcBef>
                <a:spcPts val="1740"/>
              </a:spcBef>
            </a:pPr>
            <a:r>
              <a:rPr lang="en-US" kern="0" spc="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kern="0" spc="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免费上门安装调试，帮助企</a:t>
            </a:r>
            <a:r>
              <a:rPr kern="0" spc="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业快速</a:t>
            </a:r>
            <a:r>
              <a:rPr kern="0" spc="2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完成设备部署与人员培训</a:t>
            </a:r>
            <a:endParaRPr kern="0" spc="20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10515" algn="l" rtl="0" eaLnBrk="0">
              <a:lnSpc>
                <a:spcPct val="85000"/>
              </a:lnSpc>
              <a:spcBef>
                <a:spcPts val="1745"/>
              </a:spcBef>
            </a:pPr>
            <a:r>
              <a:rPr lang="en-US" kern="0" spc="3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</a:t>
            </a:r>
            <a:r>
              <a:rPr kern="0" spc="3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1年免费质保+7×24小时在线运</a:t>
            </a:r>
            <a:r>
              <a:rPr kern="0" spc="4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维团队</a:t>
            </a:r>
            <a:endParaRPr kern="0" spc="44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10515" algn="l" rtl="0" eaLnBrk="0">
              <a:lnSpc>
                <a:spcPct val="85000"/>
              </a:lnSpc>
              <a:spcBef>
                <a:spcPts val="2570"/>
              </a:spcBef>
            </a:pPr>
            <a:r>
              <a:rPr lang="en-US" kern="0" spc="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3.</a:t>
            </a:r>
            <a:r>
              <a:rPr kern="0" spc="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平均故障解决时间</a:t>
            </a:r>
            <a:r>
              <a:rPr kern="0" spc="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30分钟内，故</a:t>
            </a:r>
            <a:r>
              <a:rPr kern="0" spc="5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障维修成本降低40</a:t>
            </a:r>
            <a:r>
              <a:rPr kern="0" spc="5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%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10515" algn="l" rtl="0" eaLnBrk="0">
              <a:lnSpc>
                <a:spcPct val="85000"/>
              </a:lnSpc>
              <a:spcBef>
                <a:spcPts val="1745"/>
              </a:spcBef>
            </a:pP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10515" algn="l" rtl="0" eaLnBrk="0">
              <a:lnSpc>
                <a:spcPct val="85000"/>
              </a:lnSpc>
              <a:spcBef>
                <a:spcPts val="1740"/>
              </a:spcBef>
            </a:pP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28750" y="5887720"/>
            <a:ext cx="10050780" cy="10325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 rtl="0" eaLnBrk="0">
              <a:lnSpc>
                <a:spcPct val="62000"/>
              </a:lnSpc>
            </a:pP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400" b="1" kern="0" spc="170" dirty="0">
                <a:solidFill>
                  <a:srgbClr val="000000">
                    <a:alpha val="100000"/>
                  </a:srgbClr>
                </a:solidFill>
                <a:highlight>
                  <a:srgbClr val="00FFFF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三位一体商业模式，既满足企业降本增效需求，又构建持续</a:t>
            </a:r>
            <a:r>
              <a:rPr sz="2400" b="1" kern="0" spc="160" dirty="0">
                <a:solidFill>
                  <a:srgbClr val="000000">
                    <a:alpha val="100000"/>
                  </a:srgbClr>
                </a:solidFill>
                <a:highlight>
                  <a:srgbClr val="00FFFF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盈利能力</a:t>
            </a:r>
            <a:endParaRPr sz="2400" b="1" dirty="0">
              <a:highlight>
                <a:srgbClr val="00FFFF"/>
              </a:highligh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400" b="1" dirty="0">
              <a:highlight>
                <a:srgbClr val="00FFFF"/>
              </a:highligh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4305" y="316335"/>
            <a:ext cx="6096000" cy="95313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sz="2800" b="1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公司发展战略：三步走战略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8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6460" y="1564640"/>
            <a:ext cx="3176905" cy="607695"/>
          </a:xfrm>
          <a:prstGeom prst="rect">
            <a:avLst/>
          </a:prstGeom>
          <a:solidFill>
            <a:schemeClr val="accent2"/>
          </a:solidFill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400" b="1" kern="0" spc="1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短期目标(1-2年)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82185" y="1564640"/>
            <a:ext cx="3176905" cy="607695"/>
          </a:xfrm>
          <a:prstGeom prst="rect">
            <a:avLst/>
          </a:prstGeom>
          <a:solidFill>
            <a:schemeClr val="accent2"/>
          </a:solidFill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400" b="1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中期目标(3-5年)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77910" y="1564640"/>
            <a:ext cx="3176905" cy="607695"/>
          </a:xfrm>
          <a:prstGeom prst="rect">
            <a:avLst/>
          </a:prstGeom>
          <a:solidFill>
            <a:schemeClr val="accent2"/>
          </a:solidFill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sz="2400" b="1" kern="0" spc="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长期目标(5年以上)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984250" y="2847340"/>
            <a:ext cx="2970530" cy="3759200"/>
          </a:xfrm>
          <a:prstGeom prst="round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610735" y="2847340"/>
            <a:ext cx="2970530" cy="3759200"/>
          </a:xfrm>
          <a:prstGeom prst="round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677910" y="2847340"/>
            <a:ext cx="2970530" cy="3759200"/>
          </a:xfrm>
          <a:prstGeom prst="roundRect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algn="ctr"/>
            <a:endParaRPr lang="zh-CN" altLang="en-US" sz="9600">
              <a:solidFill>
                <a:srgbClr val="2D3847"/>
              </a:solidFill>
              <a:effectLst>
                <a:glow>
                  <a:srgbClr val="000000"/>
                </a:glow>
              </a:effectLst>
              <a:latin typeface="演示新手书" panose="00000500000000000000" pitchFamily="50" charset="-122"/>
              <a:ea typeface="演示新手书" panose="00000500000000000000" pitchFamily="5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94435" y="3020060"/>
            <a:ext cx="2623820" cy="338899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115000"/>
              </a:lnSpc>
            </a:pPr>
            <a:r>
              <a:rPr kern="0" spc="-2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市场突破：聚焦长三角</a:t>
            </a:r>
            <a:r>
              <a:rPr kern="0" spc="-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、珠三角核心区域，服务</a:t>
            </a:r>
            <a:r>
              <a:rPr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50家中小型口罩企业</a:t>
            </a:r>
            <a:r>
              <a:rPr lang="zh-CN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；</a:t>
            </a:r>
            <a:endParaRPr kern="0" spc="5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l" rtl="0" eaLnBrk="0">
              <a:lnSpc>
                <a:spcPct val="85000"/>
              </a:lnSpc>
            </a:pPr>
            <a:endParaRPr lang="zh-CN" altLang="en-US"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2000"/>
              </a:lnSpc>
              <a:spcBef>
                <a:spcPts val="1360"/>
              </a:spcBef>
            </a:pPr>
            <a:r>
              <a:rPr kern="0" spc="-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品牌建设：打造5个行业标杆案例，建立品牌认知度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3000"/>
              </a:lnSpc>
            </a:pPr>
            <a:r>
              <a:rPr kern="0" spc="-230" dirty="0">
                <a:solidFill>
                  <a:schemeClr val="bg2">
                    <a:lumMod val="1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技术迭代：完成第二代系统研发，支</a:t>
            </a:r>
            <a:r>
              <a:rPr kern="0" spc="-240" dirty="0">
                <a:solidFill>
                  <a:schemeClr val="bg2">
                    <a:lumMod val="1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持更多规格口</a:t>
            </a:r>
            <a:endParaRPr dirty="0">
              <a:solidFill>
                <a:schemeClr val="bg2">
                  <a:lumMod val="1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dirty="0">
              <a:solidFill>
                <a:schemeClr val="bg2">
                  <a:lumMod val="1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kern="0" spc="80" dirty="0">
                <a:solidFill>
                  <a:schemeClr val="bg2">
                    <a:lumMod val="1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罩生产</a:t>
            </a:r>
            <a:endParaRPr dirty="0">
              <a:solidFill>
                <a:schemeClr val="bg2">
                  <a:lumMod val="1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</a:pPr>
            <a:endParaRPr lang="zh-CN" altLang="en-US" sz="1800" dirty="0">
              <a:solidFill>
                <a:schemeClr val="bg2">
                  <a:lumMod val="1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10100" y="3245485"/>
            <a:ext cx="3124200" cy="334835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2700" algn="l" rtl="0" eaLnBrk="0">
              <a:lnSpc>
                <a:spcPct val="92000"/>
              </a:lnSpc>
            </a:pPr>
            <a:r>
              <a:rPr kern="0" spc="-230" dirty="0">
                <a:solidFill>
                  <a:srgbClr val="101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市场拓展：向成渝、中部</a:t>
            </a:r>
            <a:r>
              <a:rPr kern="0" spc="-240" dirty="0">
                <a:solidFill>
                  <a:srgbClr val="101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城市群扩展，服务</a:t>
            </a:r>
            <a:r>
              <a:rPr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企业超200家</a:t>
            </a:r>
            <a:r>
              <a:rPr lang="zh-CN"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；</a:t>
            </a:r>
            <a:endParaRPr lang="zh-CN" kern="0" spc="17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l" rtl="0" eaLnBrk="0">
              <a:lnSpc>
                <a:spcPct val="92000"/>
              </a:lnSpc>
            </a:pPr>
            <a:endParaRPr lang="zh-CN" kern="0" spc="17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rtl="0" eaLnBrk="0">
              <a:lnSpc>
                <a:spcPct val="135000"/>
              </a:lnSpc>
              <a:spcBef>
                <a:spcPts val="1355"/>
              </a:spcBef>
            </a:pPr>
            <a:r>
              <a:rPr kern="0" spc="-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产品线丰富：研发配套包</a:t>
            </a:r>
            <a:r>
              <a:rPr kern="0" spc="-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装、检测设备，提供整体解决方</a:t>
            </a:r>
            <a:r>
              <a:rPr kern="0" spc="-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案服务深</a:t>
            </a:r>
            <a:endParaRPr kern="0" spc="-20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rtl="0" eaLnBrk="0">
              <a:lnSpc>
                <a:spcPct val="135000"/>
              </a:lnSpc>
              <a:spcBef>
                <a:spcPts val="1355"/>
              </a:spcBef>
            </a:pPr>
            <a:r>
              <a:rPr kern="0" spc="-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化</a:t>
            </a:r>
            <a:r>
              <a:rPr lang="zh-CN" kern="0" spc="-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</a:t>
            </a:r>
            <a:r>
              <a:rPr kern="0" spc="-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建立区域服务中心，实现24小时现场响应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35000"/>
              </a:lnSpc>
            </a:pP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60485" y="3020060"/>
            <a:ext cx="2894330" cy="338836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 rtl="0" eaLnBrk="0">
              <a:lnSpc>
                <a:spcPct val="65000"/>
              </a:lnSpc>
            </a:pPr>
            <a:endParaRPr kern="0" spc="60" dirty="0">
              <a:solidFill>
                <a:srgbClr val="20204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rtl="0" eaLnBrk="0">
              <a:lnSpc>
                <a:spcPct val="105000"/>
              </a:lnSpc>
            </a:pPr>
            <a:r>
              <a:rPr lang="zh-CN" kern="0" spc="60" dirty="0">
                <a:solidFill>
                  <a:srgbClr val="2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行业领先：</a:t>
            </a:r>
            <a:r>
              <a:rPr kern="0" spc="60" dirty="0">
                <a:solidFill>
                  <a:srgbClr val="2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成为国内口罩生产设</a:t>
            </a:r>
            <a:r>
              <a:rPr kern="0" spc="50" dirty="0">
                <a:solidFill>
                  <a:srgbClr val="2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备领域头</a:t>
            </a:r>
            <a:r>
              <a:rPr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部企业</a:t>
            </a:r>
            <a:r>
              <a:rPr lang="zh-CN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；</a:t>
            </a:r>
            <a:endParaRPr lang="zh-CN" kern="0" spc="20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rtl="0" eaLnBrk="0">
              <a:lnSpc>
                <a:spcPct val="105000"/>
              </a:lnSpc>
            </a:pPr>
            <a:endParaRPr kern="0" spc="-21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rtl="0" eaLnBrk="0">
              <a:lnSpc>
                <a:spcPct val="105000"/>
              </a:lnSpc>
            </a:pPr>
            <a:r>
              <a:rPr kern="0" spc="-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技术创新：掌握核心算法专</a:t>
            </a:r>
            <a:endParaRPr kern="0" spc="-21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l" rtl="0" eaLnBrk="0">
              <a:lnSpc>
                <a:spcPct val="142000"/>
              </a:lnSpc>
              <a:spcBef>
                <a:spcPts val="1350"/>
              </a:spcBef>
            </a:pPr>
            <a:r>
              <a:rPr kern="0" spc="-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利，构建</a:t>
            </a:r>
            <a:r>
              <a:rPr kern="0" spc="-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技术壁垒</a:t>
            </a:r>
            <a:r>
              <a:rPr lang="zh-CN" kern="0" spc="-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</a:t>
            </a:r>
            <a:r>
              <a:rPr kern="0" spc="-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生态构建：</a:t>
            </a:r>
            <a:endParaRPr kern="0" spc="-19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l" rtl="0" eaLnBrk="0">
              <a:lnSpc>
                <a:spcPct val="142000"/>
              </a:lnSpc>
              <a:spcBef>
                <a:spcPts val="1350"/>
              </a:spcBef>
            </a:pPr>
            <a:r>
              <a:rPr kern="0" spc="-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打造设备-服务-数据一体化</a:t>
            </a:r>
            <a:endParaRPr kern="0" spc="-19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l" rtl="0" eaLnBrk="0">
              <a:lnSpc>
                <a:spcPct val="142000"/>
              </a:lnSpc>
              <a:spcBef>
                <a:spcPts val="1350"/>
              </a:spcBef>
            </a:pPr>
            <a:r>
              <a:rPr kern="0" spc="-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生态，</a:t>
            </a:r>
            <a:r>
              <a:rPr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推动产业数字化转型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2000"/>
              </a:lnSpc>
            </a:pP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0030" y="144145"/>
            <a:ext cx="5615305" cy="80518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/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风险防范：全面应对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，稳健发展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2400" spc="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3885" y="1449070"/>
            <a:ext cx="4667250" cy="197993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520825" algn="l" rtl="0" eaLnBrk="0">
              <a:lnSpc>
                <a:spcPct val="96000"/>
              </a:lnSpc>
              <a:spcBef>
                <a:spcPts val="2525"/>
              </a:spcBef>
            </a:pPr>
            <a:r>
              <a:rPr b="1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技术风险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1000"/>
              </a:lnSpc>
            </a:pPr>
            <a:r>
              <a:rPr lang="zh-CN" kern="0" spc="4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风险：</a:t>
            </a:r>
            <a:r>
              <a:rPr kern="0" spc="4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核心技术被竞争对手复制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2000"/>
              </a:lnSpc>
            </a:pPr>
            <a:r>
              <a:rPr lang="zh-CN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应对：</a:t>
            </a:r>
            <a:r>
              <a:rPr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申请核心算法专利保护，持</a:t>
            </a:r>
            <a:r>
              <a:rPr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续加大研发投入</a:t>
            </a:r>
            <a:r>
              <a:rPr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每年研发投入占比不低于营收的15%,保持技</a:t>
            </a:r>
            <a:r>
              <a:rPr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术领先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17615" y="1448435"/>
            <a:ext cx="4569460" cy="19805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7305" algn="ctr" rtl="0" eaLnBrk="0">
              <a:lnSpc>
                <a:spcPct val="96000"/>
              </a:lnSpc>
            </a:pPr>
            <a:r>
              <a:rPr b="1" kern="0" spc="-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市场风险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0000"/>
              </a:lnSpc>
            </a:pPr>
            <a:r>
              <a:rPr lang="zh-CN" kern="0" spc="3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风险：</a:t>
            </a:r>
            <a:r>
              <a:rPr kern="0" spc="3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口罩需求波动影响设备采购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6000"/>
              </a:lnSpc>
            </a:pPr>
            <a:endParaRPr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r>
              <a:rPr lang="zh-CN" kern="0" spc="3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应对：</a:t>
            </a:r>
            <a:r>
              <a:rPr kern="0" spc="3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拓展工业防护、跨境电商等</a:t>
            </a:r>
            <a:r>
              <a:rPr kern="0" spc="3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多场景应用</a:t>
            </a:r>
            <a:r>
              <a:rPr kern="0" spc="2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提供设备租赁、以旧换新等灵活商</a:t>
            </a:r>
            <a:r>
              <a:rPr kern="0" spc="2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业模式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3885" y="4107180"/>
            <a:ext cx="4667885" cy="21812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1520825" algn="l" rtl="0" eaLnBrk="0">
              <a:lnSpc>
                <a:spcPct val="96000"/>
              </a:lnSpc>
              <a:spcBef>
                <a:spcPts val="2525"/>
              </a:spcBef>
            </a:pPr>
            <a:r>
              <a:rPr b="1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供应链风险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80000"/>
              </a:lnSpc>
            </a:pPr>
            <a:r>
              <a:rPr lang="zh-CN" kern="0" spc="5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风险：</a:t>
            </a:r>
            <a:r>
              <a:rPr kern="0" spc="5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核心零部件供应不稳</a:t>
            </a:r>
            <a:r>
              <a:rPr kern="0" spc="5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定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80000"/>
              </a:lnSpc>
            </a:pPr>
            <a:r>
              <a:rPr lang="zh-CN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应对：</a:t>
            </a:r>
            <a:r>
              <a:rPr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建立多供应商体系，避免单点依赖</a:t>
            </a:r>
            <a:r>
              <a:rPr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储备关键零部件库存，确保连续生产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80000"/>
              </a:lnSpc>
            </a:pP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7615" y="4107180"/>
            <a:ext cx="4569460" cy="218059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7940" algn="ctr" rtl="0" eaLnBrk="0">
              <a:lnSpc>
                <a:spcPct val="96000"/>
              </a:lnSpc>
              <a:spcBef>
                <a:spcPts val="2525"/>
              </a:spcBef>
            </a:pPr>
            <a:r>
              <a:rPr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运营风险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5000"/>
              </a:lnSpc>
            </a:pPr>
            <a:r>
              <a:rPr b="1" kern="0" spc="320" dirty="0">
                <a:solidFill>
                  <a:schemeClr val="bg2">
                    <a:lumMod val="1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风险</a:t>
            </a:r>
            <a:r>
              <a:rPr lang="zh-CN" b="1" kern="0" spc="320" dirty="0">
                <a:solidFill>
                  <a:schemeClr val="bg2">
                    <a:lumMod val="1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b="1" kern="0" spc="-56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kern="0" spc="5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售后服务响应不及时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indent="11430" algn="l" rtl="0" eaLnBrk="0">
              <a:lnSpc>
                <a:spcPct val="125000"/>
              </a:lnSpc>
              <a:spcBef>
                <a:spcPts val="570"/>
              </a:spcBef>
            </a:pPr>
            <a:r>
              <a:rPr b="1" kern="0" spc="350" dirty="0">
                <a:solidFill>
                  <a:schemeClr val="bg2">
                    <a:lumMod val="1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应对</a:t>
            </a:r>
            <a:r>
              <a:rPr lang="zh-CN" b="1" kern="0" spc="350" dirty="0">
                <a:solidFill>
                  <a:schemeClr val="bg2">
                    <a:lumMod val="10000"/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b="1" kern="0" spc="-54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kern="0" spc="2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建立区域服务中心，提升</a:t>
            </a:r>
            <a:r>
              <a:rPr kern="0" spc="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本地化服务能力</a:t>
            </a:r>
            <a:r>
              <a:rPr kern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数字化运维平台，实现远</a:t>
            </a:r>
            <a:r>
              <a:rPr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程诊断与快速响应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851660" y="2288540"/>
            <a:ext cx="9878695" cy="19856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perspectiveFront"/>
              <a:lightRig rig="threePt" dir="t"/>
            </a:scene3d>
          </a:bodyPr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</a:rPr>
              <a:t>请各位专家批评指正！</a:t>
            </a:r>
            <a:endParaRPr lang="zh-CN" altLang="en-US" sz="7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PA" val="v5.2.11"/>
</p:tagLst>
</file>

<file path=ppt/tags/tag3.xml><?xml version="1.0" encoding="utf-8"?>
<p:tagLst xmlns:p="http://schemas.openxmlformats.org/presentationml/2006/main">
  <p:tag name="PA" val="v5.2.11"/>
</p:tagLst>
</file>

<file path=ppt/tags/tag4.xml><?xml version="1.0" encoding="utf-8"?>
<p:tagLst xmlns:p="http://schemas.openxmlformats.org/presentationml/2006/main">
  <p:tag name="PA" val="v5.2.11"/>
</p:tagLst>
</file>

<file path=ppt/tags/tag5.xml><?xml version="1.0" encoding="utf-8"?>
<p:tagLst xmlns:p="http://schemas.openxmlformats.org/presentationml/2006/main">
  <p:tag name="PA" val="v5.2.11"/>
</p:tagLst>
</file>

<file path=ppt/tags/tag6.xml><?xml version="1.0" encoding="utf-8"?>
<p:tagLst xmlns:p="http://schemas.openxmlformats.org/presentationml/2006/main">
  <p:tag name="PA" val="v5.2.11"/>
</p:tagLst>
</file>

<file path=ppt/tags/tag7.xml><?xml version="1.0" encoding="utf-8"?>
<p:tagLst xmlns:p="http://schemas.openxmlformats.org/presentationml/2006/main">
  <p:tag name="PA" val="v5.2.11"/>
</p:tagLst>
</file>

<file path=ppt/tags/tag8.xml><?xml version="1.0" encoding="utf-8"?>
<p:tagLst xmlns:p="http://schemas.openxmlformats.org/presentationml/2006/main">
  <p:tag name="PA" val="v5.2.11"/>
</p:tagLst>
</file>

<file path=ppt/tags/tag9.xml><?xml version="1.0" encoding="utf-8"?>
<p:tagLst xmlns:p="http://schemas.openxmlformats.org/presentationml/2006/main">
  <p:tag name="PA" val="v5.2.11"/>
</p:tagLst>
</file>

<file path=ppt/tags/tag10.xml><?xml version="1.0" encoding="utf-8"?>
<p:tagLst xmlns:p="http://schemas.openxmlformats.org/presentationml/2006/main">
  <p:tag name="PA" val="v5.2.11"/>
</p:tagLst>
</file>

<file path=ppt/tags/tag11.xml><?xml version="1.0" encoding="utf-8"?>
<p:tagLst xmlns:p="http://schemas.openxmlformats.org/presentationml/2006/main">
  <p:tag name="PA" val="v5.2.11"/>
</p:tagLst>
</file>

<file path=ppt/tags/tag12.xml><?xml version="1.0" encoding="utf-8"?>
<p:tagLst xmlns:p="http://schemas.openxmlformats.org/presentationml/2006/main">
  <p:tag name="PA" val="v5.2.11"/>
</p:tagLst>
</file>

<file path=ppt/tags/tag13.xml><?xml version="1.0" encoding="utf-8"?>
<p:tagLst xmlns:p="http://schemas.openxmlformats.org/presentationml/2006/main">
  <p:tag name="PA" val="v5.2.11"/>
</p:tagLst>
</file>

<file path=ppt/tags/tag14.xml><?xml version="1.0" encoding="utf-8"?>
<p:tagLst xmlns:p="http://schemas.openxmlformats.org/presentationml/2006/main">
  <p:tag name="PA" val="v5.2.11"/>
</p:tagLst>
</file>

<file path=ppt/tags/tag15.xml><?xml version="1.0" encoding="utf-8"?>
<p:tagLst xmlns:p="http://schemas.openxmlformats.org/presentationml/2006/main">
  <p:tag name="PA" val="v5.2.11"/>
</p:tagLst>
</file>

<file path=ppt/tags/tag16.xml><?xml version="1.0" encoding="utf-8"?>
<p:tagLst xmlns:p="http://schemas.openxmlformats.org/presentationml/2006/main">
  <p:tag name="PA" val="v5.2.11"/>
</p:tagLst>
</file>

<file path=ppt/tags/tag17.xml><?xml version="1.0" encoding="utf-8"?>
<p:tagLst xmlns:p="http://schemas.openxmlformats.org/presentationml/2006/main">
  <p:tag name="PA" val="v5.2.11"/>
</p:tagLst>
</file>

<file path=ppt/tags/tag18.xml><?xml version="1.0" encoding="utf-8"?>
<p:tagLst xmlns:p="http://schemas.openxmlformats.org/presentationml/2006/main">
  <p:tag name="PA" val="v5.2.11"/>
</p:tagLst>
</file>

<file path=ppt/tags/tag19.xml><?xml version="1.0" encoding="utf-8"?>
<p:tagLst xmlns:p="http://schemas.openxmlformats.org/presentationml/2006/main">
  <p:tag name="PA" val="v5.2.11"/>
</p:tagLst>
</file>

<file path=ppt/tags/tag20.xml><?xml version="1.0" encoding="utf-8"?>
<p:tagLst xmlns:p="http://schemas.openxmlformats.org/presentationml/2006/main">
  <p:tag name="PA" val="v5.2.11"/>
</p:tagLst>
</file>

<file path=ppt/tags/tag21.xml><?xml version="1.0" encoding="utf-8"?>
<p:tagLst xmlns:p="http://schemas.openxmlformats.org/presentationml/2006/main">
  <p:tag name="PA" val="v5.2.1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PA" val="v5.2.11"/>
</p:tagLst>
</file>

<file path=ppt/tags/tag28.xml><?xml version="1.0" encoding="utf-8"?>
<p:tagLst xmlns:p="http://schemas.openxmlformats.org/presentationml/2006/main">
  <p:tag name="PA" val="v5.2.11"/>
</p:tagLst>
</file>

<file path=ppt/tags/tag29.xml><?xml version="1.0" encoding="utf-8"?>
<p:tagLst xmlns:p="http://schemas.openxmlformats.org/presentationml/2006/main">
  <p:tag name="PA" val="v5.2.11"/>
</p:tagLst>
</file>

<file path=ppt/tags/tag30.xml><?xml version="1.0" encoding="utf-8"?>
<p:tagLst xmlns:p="http://schemas.openxmlformats.org/presentationml/2006/main">
  <p:tag name="PA" val="v5.2.11"/>
</p:tagLst>
</file>

<file path=ppt/tags/tag31.xml><?xml version="1.0" encoding="utf-8"?>
<p:tagLst xmlns:p="http://schemas.openxmlformats.org/presentationml/2006/main">
  <p:tag name="PA" val="v5.2.11"/>
</p:tagLst>
</file>

<file path=ppt/tags/tag32.xml><?xml version="1.0" encoding="utf-8"?>
<p:tagLst xmlns:p="http://schemas.openxmlformats.org/presentationml/2006/main">
  <p:tag name="PA" val="v5.2.11"/>
</p:tagLst>
</file>

<file path=ppt/tags/tag33.xml><?xml version="1.0" encoding="utf-8"?>
<p:tagLst xmlns:p="http://schemas.openxmlformats.org/presentationml/2006/main">
  <p:tag name="PA" val="v5.2.11"/>
</p:tagLst>
</file>

<file path=ppt/tags/tag34.xml><?xml version="1.0" encoding="utf-8"?>
<p:tagLst xmlns:p="http://schemas.openxmlformats.org/presentationml/2006/main">
  <p:tag name="PA" val="v5.2.11"/>
</p:tagLst>
</file>

<file path=ppt/tags/tag35.xml><?xml version="1.0" encoding="utf-8"?>
<p:tagLst xmlns:p="http://schemas.openxmlformats.org/presentationml/2006/main">
  <p:tag name="PA" val="v5.2.11"/>
</p:tagLst>
</file>

<file path=ppt/tags/tag36.xml><?xml version="1.0" encoding="utf-8"?>
<p:tagLst xmlns:p="http://schemas.openxmlformats.org/presentationml/2006/main">
  <p:tag name="PA" val="v5.2.11"/>
</p:tagLst>
</file>

<file path=ppt/tags/tag37.xml><?xml version="1.0" encoding="utf-8"?>
<p:tagLst xmlns:p="http://schemas.openxmlformats.org/presentationml/2006/main">
  <p:tag name="PA" val="v5.2.11"/>
</p:tagLst>
</file>

<file path=ppt/tags/tag38.xml><?xml version="1.0" encoding="utf-8"?>
<p:tagLst xmlns:p="http://schemas.openxmlformats.org/presentationml/2006/main">
  <p:tag name="PA" val="v5.2.11"/>
</p:tagLst>
</file>

<file path=ppt/tags/tag39.xml><?xml version="1.0" encoding="utf-8"?>
<p:tagLst xmlns:p="http://schemas.openxmlformats.org/presentationml/2006/main">
  <p:tag name="PA" val="v5.2.11"/>
</p:tagLst>
</file>

<file path=ppt/tags/tag40.xml><?xml version="1.0" encoding="utf-8"?>
<p:tagLst xmlns:p="http://schemas.openxmlformats.org/presentationml/2006/main">
  <p:tag name="PA" val="v5.2.11"/>
</p:tagLst>
</file>

<file path=ppt/tags/tag41.xml><?xml version="1.0" encoding="utf-8"?>
<p:tagLst xmlns:p="http://schemas.openxmlformats.org/presentationml/2006/main">
  <p:tag name="PA" val="v5.2.11"/>
</p:tagLst>
</file>

<file path=ppt/tags/tag42.xml><?xml version="1.0" encoding="utf-8"?>
<p:tagLst xmlns:p="http://schemas.openxmlformats.org/presentationml/2006/main">
  <p:tag name="PA" val="v5.2.11"/>
</p:tagLst>
</file>

<file path=ppt/tags/tag43.xml><?xml version="1.0" encoding="utf-8"?>
<p:tagLst xmlns:p="http://schemas.openxmlformats.org/presentationml/2006/main">
  <p:tag name="PA" val="v5.2.11"/>
</p:tagLst>
</file>

<file path=ppt/tags/tag44.xml><?xml version="1.0" encoding="utf-8"?>
<p:tagLst xmlns:p="http://schemas.openxmlformats.org/presentationml/2006/main">
  <p:tag name="PA" val="v5.2.11"/>
</p:tagLst>
</file>

<file path=ppt/tags/tag45.xml><?xml version="1.0" encoding="utf-8"?>
<p:tagLst xmlns:p="http://schemas.openxmlformats.org/presentationml/2006/main">
  <p:tag name="PA" val="v5.2.11"/>
</p:tagLst>
</file>

<file path=ppt/tags/tag46.xml><?xml version="1.0" encoding="utf-8"?>
<p:tagLst xmlns:p="http://schemas.openxmlformats.org/presentationml/2006/main">
  <p:tag name="PA" val="v5.2.11"/>
</p:tagLst>
</file>

<file path=ppt/tags/tag47.xml><?xml version="1.0" encoding="utf-8"?>
<p:tagLst xmlns:p="http://schemas.openxmlformats.org/presentationml/2006/main">
  <p:tag name="PA" val="v5.2.11"/>
</p:tagLst>
</file>

<file path=ppt/tags/tag48.xml><?xml version="1.0" encoding="utf-8"?>
<p:tagLst xmlns:p="http://schemas.openxmlformats.org/presentationml/2006/main">
  <p:tag name="PA" val="v5.2.11"/>
</p:tagLst>
</file>

<file path=ppt/tags/tag49.xml><?xml version="1.0" encoding="utf-8"?>
<p:tagLst xmlns:p="http://schemas.openxmlformats.org/presentationml/2006/main">
  <p:tag name="PA" val="v5.2.11"/>
</p:tagLst>
</file>

<file path=ppt/tags/tag50.xml><?xml version="1.0" encoding="utf-8"?>
<p:tagLst xmlns:p="http://schemas.openxmlformats.org/presentationml/2006/main">
  <p:tag name="PA" val="v5.2.11"/>
</p:tagLst>
</file>

<file path=ppt/tags/tag51.xml><?xml version="1.0" encoding="utf-8"?>
<p:tagLst xmlns:p="http://schemas.openxmlformats.org/presentationml/2006/main">
  <p:tag name="PA" val="v5.2.11"/>
</p:tagLst>
</file>

<file path=ppt/tags/tag52.xml><?xml version="1.0" encoding="utf-8"?>
<p:tagLst xmlns:p="http://schemas.openxmlformats.org/presentationml/2006/main">
  <p:tag name="PA" val="v5.2.11"/>
</p:tagLst>
</file>

<file path=ppt/tags/tag53.xml><?xml version="1.0" encoding="utf-8"?>
<p:tagLst xmlns:p="http://schemas.openxmlformats.org/presentationml/2006/main">
  <p:tag name="PA" val="v5.2.11"/>
</p:tagLst>
</file>

<file path=ppt/tags/tag54.xml><?xml version="1.0" encoding="utf-8"?>
<p:tagLst xmlns:p="http://schemas.openxmlformats.org/presentationml/2006/main">
  <p:tag name="PA" val="v5.2.11"/>
</p:tagLst>
</file>

<file path=ppt/tags/tag55.xml><?xml version="1.0" encoding="utf-8"?>
<p:tagLst xmlns:p="http://schemas.openxmlformats.org/presentationml/2006/main">
  <p:tag name="PA" val="v5.2.11"/>
</p:tagLst>
</file>

<file path=ppt/tags/tag56.xml><?xml version="1.0" encoding="utf-8"?>
<p:tagLst xmlns:p="http://schemas.openxmlformats.org/presentationml/2006/main">
  <p:tag name="PA" val="v5.2.11"/>
</p:tagLst>
</file>

<file path=ppt/tags/tag57.xml><?xml version="1.0" encoding="utf-8"?>
<p:tagLst xmlns:p="http://schemas.openxmlformats.org/presentationml/2006/main">
  <p:tag name="PA" val="v5.2.11"/>
</p:tagLst>
</file>

<file path=ppt/tags/tag58.xml><?xml version="1.0" encoding="utf-8"?>
<p:tagLst xmlns:p="http://schemas.openxmlformats.org/presentationml/2006/main">
  <p:tag name="PA" val="v5.2.11"/>
</p:tagLst>
</file>

<file path=ppt/tags/tag59.xml><?xml version="1.0" encoding="utf-8"?>
<p:tagLst xmlns:p="http://schemas.openxmlformats.org/presentationml/2006/main">
  <p:tag name="PA" val="v5.2.11"/>
</p:tagLst>
</file>

<file path=ppt/tags/tag60.xml><?xml version="1.0" encoding="utf-8"?>
<p:tagLst xmlns:p="http://schemas.openxmlformats.org/presentationml/2006/main">
  <p:tag name="PA" val="v5.2.11"/>
</p:tagLst>
</file>

<file path=ppt/tags/tag61.xml><?xml version="1.0" encoding="utf-8"?>
<p:tagLst xmlns:p="http://schemas.openxmlformats.org/presentationml/2006/main">
  <p:tag name="PA" val="v5.2.11"/>
</p:tagLst>
</file>

<file path=ppt/tags/tag62.xml><?xml version="1.0" encoding="utf-8"?>
<p:tagLst xmlns:p="http://schemas.openxmlformats.org/presentationml/2006/main">
  <p:tag name="PA" val="v5.2.11"/>
</p:tagLst>
</file>

<file path=ppt/tags/tag63.xml><?xml version="1.0" encoding="utf-8"?>
<p:tagLst xmlns:p="http://schemas.openxmlformats.org/presentationml/2006/main">
  <p:tag name="PA" val="v5.2.11"/>
</p:tagLst>
</file>

<file path=ppt/tags/tag64.xml><?xml version="1.0" encoding="utf-8"?>
<p:tagLst xmlns:p="http://schemas.openxmlformats.org/presentationml/2006/main">
  <p:tag name="PA" val="v5.2.11"/>
</p:tagLst>
</file>

<file path=ppt/tags/tag65.xml><?xml version="1.0" encoding="utf-8"?>
<p:tagLst xmlns:p="http://schemas.openxmlformats.org/presentationml/2006/main">
  <p:tag name="PA" val="v5.2.11"/>
</p:tagLst>
</file>

<file path=ppt/tags/tag66.xml><?xml version="1.0" encoding="utf-8"?>
<p:tagLst xmlns:p="http://schemas.openxmlformats.org/presentationml/2006/main">
  <p:tag name="PA" val="v5.2.11"/>
</p:tagLst>
</file>

<file path=ppt/tags/tag67.xml><?xml version="1.0" encoding="utf-8"?>
<p:tagLst xmlns:p="http://schemas.openxmlformats.org/presentationml/2006/main">
  <p:tag name="PA" val="v5.2.11"/>
</p:tagLst>
</file>

<file path=ppt/tags/tag68.xml><?xml version="1.0" encoding="utf-8"?>
<p:tagLst xmlns:p="http://schemas.openxmlformats.org/presentationml/2006/main">
  <p:tag name="PA" val="v5.2.11"/>
</p:tagLst>
</file>

<file path=ppt/tags/tag69.xml><?xml version="1.0" encoding="utf-8"?>
<p:tagLst xmlns:p="http://schemas.openxmlformats.org/presentationml/2006/main">
  <p:tag name="PA" val="v5.2.11"/>
</p:tagLst>
</file>

<file path=ppt/tags/tag70.xml><?xml version="1.0" encoding="utf-8"?>
<p:tagLst xmlns:p="http://schemas.openxmlformats.org/presentationml/2006/main">
  <p:tag name="SHADOWSIZE" val="100"/>
  <p:tag name="PA" val="v5.2.11"/>
</p:tagLst>
</file>

<file path=ppt/tags/tag71.xml><?xml version="1.0" encoding="utf-8"?>
<p:tagLst xmlns:p="http://schemas.openxmlformats.org/presentationml/2006/main">
  <p:tag name="SHADOWSIZE" val="100"/>
  <p:tag name="PA" val="v5.2.11"/>
</p:tagLst>
</file>

<file path=ppt/tags/tag72.xml><?xml version="1.0" encoding="utf-8"?>
<p:tagLst xmlns:p="http://schemas.openxmlformats.org/presentationml/2006/main">
  <p:tag name="PA" val="v5.2.11"/>
</p:tagLst>
</file>

<file path=ppt/tags/tag73.xml><?xml version="1.0" encoding="utf-8"?>
<p:tagLst xmlns:p="http://schemas.openxmlformats.org/presentationml/2006/main">
  <p:tag name="PA" val="v5.2.11"/>
</p:tagLst>
</file>

<file path=ppt/tags/tag74.xml><?xml version="1.0" encoding="utf-8"?>
<p:tagLst xmlns:p="http://schemas.openxmlformats.org/presentationml/2006/main">
  <p:tag name="SHADOWSIZE" val="100"/>
  <p:tag name="PA" val="v5.2.11"/>
</p:tagLst>
</file>

<file path=ppt/tags/tag75.xml><?xml version="1.0" encoding="utf-8"?>
<p:tagLst xmlns:p="http://schemas.openxmlformats.org/presentationml/2006/main">
  <p:tag name="SHADOWSIZE" val="100"/>
  <p:tag name="PA" val="v5.2.11"/>
</p:tagLst>
</file>

<file path=ppt/tags/tag76.xml><?xml version="1.0" encoding="utf-8"?>
<p:tagLst xmlns:p="http://schemas.openxmlformats.org/presentationml/2006/main">
  <p:tag name="PA" val="v5.2.11"/>
</p:tagLst>
</file>

<file path=ppt/tags/tag77.xml><?xml version="1.0" encoding="utf-8"?>
<p:tagLst xmlns:p="http://schemas.openxmlformats.org/presentationml/2006/main">
  <p:tag name="PA" val="v5.2.11"/>
</p:tagLst>
</file>

<file path=ppt/tags/tag78.xml><?xml version="1.0" encoding="utf-8"?>
<p:tagLst xmlns:p="http://schemas.openxmlformats.org/presentationml/2006/main">
  <p:tag name="SHADOWSIZE" val="100"/>
  <p:tag name="PA" val="v5.2.11"/>
</p:tagLst>
</file>

<file path=ppt/tags/tag79.xml><?xml version="1.0" encoding="utf-8"?>
<p:tagLst xmlns:p="http://schemas.openxmlformats.org/presentationml/2006/main">
  <p:tag name="SHADOWSIZE" val="100"/>
  <p:tag name="PA" val="v5.2.11"/>
</p:tagLst>
</file>

<file path=ppt/tags/tag80.xml><?xml version="1.0" encoding="utf-8"?>
<p:tagLst xmlns:p="http://schemas.openxmlformats.org/presentationml/2006/main">
  <p:tag name="PA" val="v5.2.11"/>
</p:tagLst>
</file>

<file path=ppt/tags/tag81.xml><?xml version="1.0" encoding="utf-8"?>
<p:tagLst xmlns:p="http://schemas.openxmlformats.org/presentationml/2006/main">
  <p:tag name="PA" val="v5.2.11"/>
</p:tagLst>
</file>

<file path=ppt/tags/tag82.xml><?xml version="1.0" encoding="utf-8"?>
<p:tagLst xmlns:p="http://schemas.openxmlformats.org/presentationml/2006/main">
  <p:tag name="PA" val="v5.2.11"/>
</p:tagLst>
</file>

<file path=ppt/tags/tag83.xml><?xml version="1.0" encoding="utf-8"?>
<p:tagLst xmlns:p="http://schemas.openxmlformats.org/presentationml/2006/main">
  <p:tag name="PA" val="v5.2.11"/>
</p:tagLst>
</file>

<file path=ppt/tags/tag84.xml><?xml version="1.0" encoding="utf-8"?>
<p:tagLst xmlns:p="http://schemas.openxmlformats.org/presentationml/2006/main">
  <p:tag name="PA" val="v5.2.11"/>
</p:tagLst>
</file>

<file path=ppt/tags/tag85.xml><?xml version="1.0" encoding="utf-8"?>
<p:tagLst xmlns:p="http://schemas.openxmlformats.org/presentationml/2006/main">
  <p:tag name="PA" val="v5.2.11"/>
</p:tagLst>
</file>

<file path=ppt/tags/tag86.xml><?xml version="1.0" encoding="utf-8"?>
<p:tagLst xmlns:p="http://schemas.openxmlformats.org/presentationml/2006/main">
  <p:tag name="PA" val="v5.2.11"/>
</p:tagLst>
</file>

<file path=ppt/tags/tag87.xml><?xml version="1.0" encoding="utf-8"?>
<p:tagLst xmlns:p="http://schemas.openxmlformats.org/presentationml/2006/main">
  <p:tag name="PA" val="v5.2.11"/>
</p:tagLst>
</file>

<file path=ppt/tags/tag88.xml><?xml version="1.0" encoding="utf-8"?>
<p:tagLst xmlns:p="http://schemas.openxmlformats.org/presentationml/2006/main">
  <p:tag name="PA" val="v5.2.11"/>
</p:tagLst>
</file>

<file path=ppt/tags/tag89.xml><?xml version="1.0" encoding="utf-8"?>
<p:tagLst xmlns:p="http://schemas.openxmlformats.org/presentationml/2006/main">
  <p:tag name="PA" val="v5.2.11"/>
</p:tagLst>
</file>

<file path=ppt/tags/tag90.xml><?xml version="1.0" encoding="utf-8"?>
<p:tagLst xmlns:p="http://schemas.openxmlformats.org/presentationml/2006/main">
  <p:tag name="PA" val="v5.2.11"/>
</p:tagLst>
</file>

<file path=ppt/tags/tag91.xml><?xml version="1.0" encoding="utf-8"?>
<p:tagLst xmlns:p="http://schemas.openxmlformats.org/presentationml/2006/main">
  <p:tag name="SHADOWSIZE" val="100"/>
  <p:tag name="PA" val="v5.2.11"/>
</p:tagLst>
</file>

<file path=ppt/tags/tag92.xml><?xml version="1.0" encoding="utf-8"?>
<p:tagLst xmlns:p="http://schemas.openxmlformats.org/presentationml/2006/main">
  <p:tag name="SHADOWSIZE" val="100"/>
  <p:tag name="PA" val="v5.2.11"/>
</p:tagLst>
</file>

<file path=ppt/tags/tag93.xml><?xml version="1.0" encoding="utf-8"?>
<p:tagLst xmlns:p="http://schemas.openxmlformats.org/presentationml/2006/main">
  <p:tag name="PA" val="v5.2.11"/>
</p:tagLst>
</file>

<file path=ppt/tags/tag94.xml><?xml version="1.0" encoding="utf-8"?>
<p:tagLst xmlns:p="http://schemas.openxmlformats.org/presentationml/2006/main">
  <p:tag name="PA" val="v5.2.11"/>
</p:tagLst>
</file>

<file path=ppt/tags/tag95.xml><?xml version="1.0" encoding="utf-8"?>
<p:tagLst xmlns:p="http://schemas.openxmlformats.org/presentationml/2006/main">
  <p:tag name="PA" val="v5.2.11"/>
</p:tagLst>
</file>

<file path=ppt/tags/tag96.xml><?xml version="1.0" encoding="utf-8"?>
<p:tagLst xmlns:p="http://schemas.openxmlformats.org/presentationml/2006/main">
  <p:tag name="PA" val="v5.2.11"/>
</p:tagLst>
</file>

<file path=ppt/tags/tag97.xml><?xml version="1.0" encoding="utf-8"?>
<p:tagLst xmlns:p="http://schemas.openxmlformats.org/presentationml/2006/main">
  <p:tag name="KSO_WM_BEAUTIFY_FLAG" val=""/>
  <p:tag name="PA" val="v5.2.11"/>
</p:tagLst>
</file>

<file path=ppt/tags/tag98.xml><?xml version="1.0" encoding="utf-8"?>
<p:tagLst xmlns:p="http://schemas.openxmlformats.org/presentationml/2006/main">
  <p:tag name="PA" val="v5.2.11"/>
</p:tagLst>
</file>

<file path=ppt/tags/tag99.xml><?xml version="1.0" encoding="utf-8"?>
<p:tagLst xmlns:p="http://schemas.openxmlformats.org/presentationml/2006/main">
  <p:tag name="PA" val="v5.2.11"/>
</p:tagLst>
</file>

<file path=ppt/tags/tag100.xml><?xml version="1.0" encoding="utf-8"?>
<p:tagLst xmlns:p="http://schemas.openxmlformats.org/presentationml/2006/main">
  <p:tag name="PA" val="v5.2.11"/>
</p:tagLst>
</file>

<file path=ppt/tags/tag101.xml><?xml version="1.0" encoding="utf-8"?>
<p:tagLst xmlns:p="http://schemas.openxmlformats.org/presentationml/2006/main">
  <p:tag name="PA" val="v5.2.11"/>
</p:tagLst>
</file>

<file path=ppt/tags/tag102.xml><?xml version="1.0" encoding="utf-8"?>
<p:tagLst xmlns:p="http://schemas.openxmlformats.org/presentationml/2006/main">
  <p:tag name="PA" val="v5.2.11"/>
</p:tagLst>
</file>

<file path=ppt/tags/tag103.xml><?xml version="1.0" encoding="utf-8"?>
<p:tagLst xmlns:p="http://schemas.openxmlformats.org/presentationml/2006/main">
  <p:tag name="PA" val="v5.2.11"/>
</p:tagLst>
</file>

<file path=ppt/tags/tag104.xml><?xml version="1.0" encoding="utf-8"?>
<p:tagLst xmlns:p="http://schemas.openxmlformats.org/presentationml/2006/main">
  <p:tag name="PA" val="v5.2.11"/>
</p:tagLst>
</file>

<file path=ppt/tags/tag105.xml><?xml version="1.0" encoding="utf-8"?>
<p:tagLst xmlns:p="http://schemas.openxmlformats.org/presentationml/2006/main">
  <p:tag name="PA" val="v5.2.11"/>
</p:tagLst>
</file>

<file path=ppt/tags/tag106.xml><?xml version="1.0" encoding="utf-8"?>
<p:tagLst xmlns:p="http://schemas.openxmlformats.org/presentationml/2006/main">
  <p:tag name="PA" val="v5.2.11"/>
</p:tagLst>
</file>

<file path=ppt/tags/tag107.xml><?xml version="1.0" encoding="utf-8"?>
<p:tagLst xmlns:p="http://schemas.openxmlformats.org/presentationml/2006/main">
  <p:tag name="PA" val="v5.2.11"/>
</p:tagLst>
</file>

<file path=ppt/tags/tag108.xml><?xml version="1.0" encoding="utf-8"?>
<p:tagLst xmlns:p="http://schemas.openxmlformats.org/presentationml/2006/main">
  <p:tag name="PA" val="v5.2.11"/>
</p:tagLst>
</file>

<file path=ppt/tags/tag109.xml><?xml version="1.0" encoding="utf-8"?>
<p:tagLst xmlns:p="http://schemas.openxmlformats.org/presentationml/2006/main">
  <p:tag name="PA" val="v5.2.11"/>
</p:tagLst>
</file>

<file path=ppt/tags/tag110.xml><?xml version="1.0" encoding="utf-8"?>
<p:tagLst xmlns:p="http://schemas.openxmlformats.org/presentationml/2006/main">
  <p:tag name="PA" val="v5.2.11"/>
</p:tagLst>
</file>

<file path=ppt/tags/tag111.xml><?xml version="1.0" encoding="utf-8"?>
<p:tagLst xmlns:p="http://schemas.openxmlformats.org/presentationml/2006/main">
  <p:tag name="PA" val="v5.2.11"/>
</p:tagLst>
</file>

<file path=ppt/tags/tag112.xml><?xml version="1.0" encoding="utf-8"?>
<p:tagLst xmlns:p="http://schemas.openxmlformats.org/presentationml/2006/main">
  <p:tag name="PA" val="v5.2.11"/>
</p:tagLst>
</file>

<file path=ppt/tags/tag113.xml><?xml version="1.0" encoding="utf-8"?>
<p:tagLst xmlns:p="http://schemas.openxmlformats.org/presentationml/2006/main">
  <p:tag name="PA" val="v5.2.11"/>
</p:tagLst>
</file>

<file path=ppt/tags/tag114.xml><?xml version="1.0" encoding="utf-8"?>
<p:tagLst xmlns:p="http://schemas.openxmlformats.org/presentationml/2006/main">
  <p:tag name="PA" val="v5.2.11"/>
</p:tagLst>
</file>

<file path=ppt/tags/tag115.xml><?xml version="1.0" encoding="utf-8"?>
<p:tagLst xmlns:p="http://schemas.openxmlformats.org/presentationml/2006/main">
  <p:tag name="PA" val="v5.2.11"/>
</p:tagLst>
</file>

<file path=ppt/tags/tag116.xml><?xml version="1.0" encoding="utf-8"?>
<p:tagLst xmlns:p="http://schemas.openxmlformats.org/presentationml/2006/main">
  <p:tag name="PA" val="v5.2.11"/>
</p:tagLst>
</file>

<file path=ppt/tags/tag117.xml><?xml version="1.0" encoding="utf-8"?>
<p:tagLst xmlns:p="http://schemas.openxmlformats.org/presentationml/2006/main">
  <p:tag name="PA" val="v5.2.11"/>
</p:tagLst>
</file>

<file path=ppt/tags/tag118.xml><?xml version="1.0" encoding="utf-8"?>
<p:tagLst xmlns:p="http://schemas.openxmlformats.org/presentationml/2006/main">
  <p:tag name="PA" val="v5.2.11"/>
</p:tagLst>
</file>

<file path=ppt/tags/tag119.xml><?xml version="1.0" encoding="utf-8"?>
<p:tagLst xmlns:p="http://schemas.openxmlformats.org/presentationml/2006/main">
  <p:tag name="PA" val="v5.2.11"/>
</p:tagLst>
</file>

<file path=ppt/tags/tag120.xml><?xml version="1.0" encoding="utf-8"?>
<p:tagLst xmlns:p="http://schemas.openxmlformats.org/presentationml/2006/main">
  <p:tag name="PA" val="v5.2.11"/>
</p:tagLst>
</file>

<file path=ppt/tags/tag121.xml><?xml version="1.0" encoding="utf-8"?>
<p:tagLst xmlns:p="http://schemas.openxmlformats.org/presentationml/2006/main">
  <p:tag name="PA" val="v5.2.11"/>
</p:tagLst>
</file>

<file path=ppt/tags/tag122.xml><?xml version="1.0" encoding="utf-8"?>
<p:tagLst xmlns:p="http://schemas.openxmlformats.org/presentationml/2006/main">
  <p:tag name="PA" val="v5.2.11"/>
</p:tagLst>
</file>

<file path=ppt/tags/tag123.xml><?xml version="1.0" encoding="utf-8"?>
<p:tagLst xmlns:p="http://schemas.openxmlformats.org/presentationml/2006/main">
  <p:tag name="PA" val="v5.2.11"/>
</p:tagLst>
</file>

<file path=ppt/tags/tag124.xml><?xml version="1.0" encoding="utf-8"?>
<p:tagLst xmlns:p="http://schemas.openxmlformats.org/presentationml/2006/main">
  <p:tag name="PA" val="v5.2.11"/>
</p:tagLst>
</file>

<file path=ppt/tags/tag125.xml><?xml version="1.0" encoding="utf-8"?>
<p:tagLst xmlns:p="http://schemas.openxmlformats.org/presentationml/2006/main">
  <p:tag name="PA" val="v5.2.11"/>
</p:tagLst>
</file>

<file path=ppt/tags/tag126.xml><?xml version="1.0" encoding="utf-8"?>
<p:tagLst xmlns:p="http://schemas.openxmlformats.org/presentationml/2006/main">
  <p:tag name="PA" val="v5.2.11"/>
</p:tagLst>
</file>

<file path=ppt/tags/tag127.xml><?xml version="1.0" encoding="utf-8"?>
<p:tagLst xmlns:p="http://schemas.openxmlformats.org/presentationml/2006/main">
  <p:tag name="PA" val="v5.2.11"/>
</p:tagLst>
</file>

<file path=ppt/tags/tag128.xml><?xml version="1.0" encoding="utf-8"?>
<p:tagLst xmlns:p="http://schemas.openxmlformats.org/presentationml/2006/main">
  <p:tag name="PA" val="v5.2.11"/>
</p:tagLst>
</file>

<file path=ppt/tags/tag129.xml><?xml version="1.0" encoding="utf-8"?>
<p:tagLst xmlns:p="http://schemas.openxmlformats.org/presentationml/2006/main">
  <p:tag name="PA" val="v5.2.11"/>
</p:tagLst>
</file>

<file path=ppt/tags/tag130.xml><?xml version="1.0" encoding="utf-8"?>
<p:tagLst xmlns:p="http://schemas.openxmlformats.org/presentationml/2006/main">
  <p:tag name="PA" val="v5.2.11"/>
</p:tagLst>
</file>

<file path=ppt/tags/tag131.xml><?xml version="1.0" encoding="utf-8"?>
<p:tagLst xmlns:p="http://schemas.openxmlformats.org/presentationml/2006/main">
  <p:tag name="PA" val="v5.2.11"/>
</p:tagLst>
</file>

<file path=ppt/tags/tag132.xml><?xml version="1.0" encoding="utf-8"?>
<p:tagLst xmlns:p="http://schemas.openxmlformats.org/presentationml/2006/main">
  <p:tag name="PA" val="v5.2.11"/>
</p:tagLst>
</file>

<file path=ppt/tags/tag133.xml><?xml version="1.0" encoding="utf-8"?>
<p:tagLst xmlns:p="http://schemas.openxmlformats.org/presentationml/2006/main">
  <p:tag name="PA" val="v5.2.11"/>
</p:tagLst>
</file>

<file path=ppt/tags/tag134.xml><?xml version="1.0" encoding="utf-8"?>
<p:tagLst xmlns:p="http://schemas.openxmlformats.org/presentationml/2006/main">
  <p:tag name="PA" val="v5.2.11"/>
</p:tagLst>
</file>

<file path=ppt/tags/tag135.xml><?xml version="1.0" encoding="utf-8"?>
<p:tagLst xmlns:p="http://schemas.openxmlformats.org/presentationml/2006/main">
  <p:tag name="PA" val="v5.2.11"/>
</p:tagLst>
</file>

<file path=ppt/tags/tag136.xml><?xml version="1.0" encoding="utf-8"?>
<p:tagLst xmlns:p="http://schemas.openxmlformats.org/presentationml/2006/main">
  <p:tag name="PA" val="v5.2.11"/>
</p:tagLst>
</file>

<file path=ppt/tags/tag137.xml><?xml version="1.0" encoding="utf-8"?>
<p:tagLst xmlns:p="http://schemas.openxmlformats.org/presentationml/2006/main">
  <p:tag name="PA" val="v5.2.11"/>
</p:tagLst>
</file>

<file path=ppt/tags/tag138.xml><?xml version="1.0" encoding="utf-8"?>
<p:tagLst xmlns:p="http://schemas.openxmlformats.org/presentationml/2006/main">
  <p:tag name="PA" val="v5.2.11"/>
</p:tagLst>
</file>

<file path=ppt/tags/tag139.xml><?xml version="1.0" encoding="utf-8"?>
<p:tagLst xmlns:p="http://schemas.openxmlformats.org/presentationml/2006/main">
  <p:tag name="PA" val="v5.2.11"/>
</p:tagLst>
</file>

<file path=ppt/tags/tag140.xml><?xml version="1.0" encoding="utf-8"?>
<p:tagLst xmlns:p="http://schemas.openxmlformats.org/presentationml/2006/main">
  <p:tag name="PA" val="v5.2.11"/>
</p:tagLst>
</file>

<file path=ppt/tags/tag141.xml><?xml version="1.0" encoding="utf-8"?>
<p:tagLst xmlns:p="http://schemas.openxmlformats.org/presentationml/2006/main">
  <p:tag name="KSO_WM_BEAUTIFY_FLAG" val=""/>
  <p:tag name="PA" val="v5.2.11"/>
</p:tagLst>
</file>

<file path=ppt/tags/tag142.xml><?xml version="1.0" encoding="utf-8"?>
<p:tagLst xmlns:p="http://schemas.openxmlformats.org/presentationml/2006/main">
  <p:tag name="PA" val="v5.2.11"/>
</p:tagLst>
</file>

<file path=ppt/tags/tag143.xml><?xml version="1.0" encoding="utf-8"?>
<p:tagLst xmlns:p="http://schemas.openxmlformats.org/presentationml/2006/main">
  <p:tag name="PA" val="v5.2.11"/>
</p:tagLst>
</file>

<file path=ppt/tags/tag144.xml><?xml version="1.0" encoding="utf-8"?>
<p:tagLst xmlns:p="http://schemas.openxmlformats.org/presentationml/2006/main">
  <p:tag name="PA" val="v5.2.11"/>
</p:tagLst>
</file>

<file path=ppt/tags/tag145.xml><?xml version="1.0" encoding="utf-8"?>
<p:tagLst xmlns:p="http://schemas.openxmlformats.org/presentationml/2006/main">
  <p:tag name="PA" val="v5.2.11"/>
</p:tagLst>
</file>

<file path=ppt/tags/tag146.xml><?xml version="1.0" encoding="utf-8"?>
<p:tagLst xmlns:p="http://schemas.openxmlformats.org/presentationml/2006/main">
  <p:tag name="PA" val="v5.2.11"/>
</p:tagLst>
</file>

<file path=ppt/tags/tag147.xml><?xml version="1.0" encoding="utf-8"?>
<p:tagLst xmlns:p="http://schemas.openxmlformats.org/presentationml/2006/main">
  <p:tag name="KSO_WM_BEAUTIFY_FLAG" val=""/>
  <p:tag name="PA" val="v5.2.11"/>
</p:tagLst>
</file>

<file path=ppt/tags/tag148.xml><?xml version="1.0" encoding="utf-8"?>
<p:tagLst xmlns:p="http://schemas.openxmlformats.org/presentationml/2006/main">
  <p:tag name="PA" val="v5.2.11"/>
</p:tagLst>
</file>

<file path=ppt/tags/tag149.xml><?xml version="1.0" encoding="utf-8"?>
<p:tagLst xmlns:p="http://schemas.openxmlformats.org/presentationml/2006/main">
  <p:tag name="PA" val="v5.2.11"/>
</p:tagLst>
</file>

<file path=ppt/tags/tag150.xml><?xml version="1.0" encoding="utf-8"?>
<p:tagLst xmlns:p="http://schemas.openxmlformats.org/presentationml/2006/main">
  <p:tag name="PA" val="v5.2.11"/>
</p:tagLst>
</file>

<file path=ppt/tags/tag151.xml><?xml version="1.0" encoding="utf-8"?>
<p:tagLst xmlns:p="http://schemas.openxmlformats.org/presentationml/2006/main">
  <p:tag name="PA" val="v5.2.11"/>
</p:tagLst>
</file>

<file path=ppt/tags/tag152.xml><?xml version="1.0" encoding="utf-8"?>
<p:tagLst xmlns:p="http://schemas.openxmlformats.org/presentationml/2006/main">
  <p:tag name="PA" val="v5.2.11"/>
</p:tagLst>
</file>

<file path=ppt/tags/tag153.xml><?xml version="1.0" encoding="utf-8"?>
<p:tagLst xmlns:p="http://schemas.openxmlformats.org/presentationml/2006/main">
  <p:tag name="PA" val="v5.2.11"/>
</p:tagLst>
</file>

<file path=ppt/tags/tag154.xml><?xml version="1.0" encoding="utf-8"?>
<p:tagLst xmlns:p="http://schemas.openxmlformats.org/presentationml/2006/main">
  <p:tag name="PA" val="v5.2.11"/>
</p:tagLst>
</file>

<file path=ppt/tags/tag155.xml><?xml version="1.0" encoding="utf-8"?>
<p:tagLst xmlns:p="http://schemas.openxmlformats.org/presentationml/2006/main">
  <p:tag name="PA" val="v5.2.11"/>
</p:tagLst>
</file>

<file path=ppt/tags/tag156.xml><?xml version="1.0" encoding="utf-8"?>
<p:tagLst xmlns:p="http://schemas.openxmlformats.org/presentationml/2006/main">
  <p:tag name="PA" val="v5.2.11"/>
</p:tagLst>
</file>

<file path=ppt/tags/tag157.xml><?xml version="1.0" encoding="utf-8"?>
<p:tagLst xmlns:p="http://schemas.openxmlformats.org/presentationml/2006/main">
  <p:tag name="PA" val="v5.2.11"/>
</p:tagLst>
</file>

<file path=ppt/tags/tag158.xml><?xml version="1.0" encoding="utf-8"?>
<p:tagLst xmlns:p="http://schemas.openxmlformats.org/presentationml/2006/main">
  <p:tag name="PA" val="v5.2.11"/>
</p:tagLst>
</file>

<file path=ppt/tags/tag159.xml><?xml version="1.0" encoding="utf-8"?>
<p:tagLst xmlns:p="http://schemas.openxmlformats.org/presentationml/2006/main">
  <p:tag name="PA" val="v5.2.11"/>
</p:tagLst>
</file>

<file path=ppt/tags/tag160.xml><?xml version="1.0" encoding="utf-8"?>
<p:tagLst xmlns:p="http://schemas.openxmlformats.org/presentationml/2006/main">
  <p:tag name="PA" val="v5.2.11"/>
</p:tagLst>
</file>

<file path=ppt/tags/tag161.xml><?xml version="1.0" encoding="utf-8"?>
<p:tagLst xmlns:p="http://schemas.openxmlformats.org/presentationml/2006/main">
  <p:tag name="PA" val="v5.2.11"/>
</p:tagLst>
</file>

<file path=ppt/tags/tag162.xml><?xml version="1.0" encoding="utf-8"?>
<p:tagLst xmlns:p="http://schemas.openxmlformats.org/presentationml/2006/main">
  <p:tag name="PA" val="v5.2.11"/>
</p:tagLst>
</file>

<file path=ppt/tags/tag163.xml><?xml version="1.0" encoding="utf-8"?>
<p:tagLst xmlns:p="http://schemas.openxmlformats.org/presentationml/2006/main">
  <p:tag name="PA" val="v5.2.11"/>
</p:tagLst>
</file>

<file path=ppt/tags/tag164.xml><?xml version="1.0" encoding="utf-8"?>
<p:tagLst xmlns:p="http://schemas.openxmlformats.org/presentationml/2006/main">
  <p:tag name="PA" val="v5.2.11"/>
</p:tagLst>
</file>

<file path=ppt/tags/tag165.xml><?xml version="1.0" encoding="utf-8"?>
<p:tagLst xmlns:p="http://schemas.openxmlformats.org/presentationml/2006/main">
  <p:tag name="PA" val="v5.2.11"/>
</p:tagLst>
</file>

<file path=ppt/tags/tag166.xml><?xml version="1.0" encoding="utf-8"?>
<p:tagLst xmlns:p="http://schemas.openxmlformats.org/presentationml/2006/main">
  <p:tag name="PA" val="v5.2.11"/>
</p:tagLst>
</file>

<file path=ppt/tags/tag167.xml><?xml version="1.0" encoding="utf-8"?>
<p:tagLst xmlns:p="http://schemas.openxmlformats.org/presentationml/2006/main">
  <p:tag name="PA" val="v5.2.11"/>
</p:tagLst>
</file>

<file path=ppt/tags/tag168.xml><?xml version="1.0" encoding="utf-8"?>
<p:tagLst xmlns:p="http://schemas.openxmlformats.org/presentationml/2006/main">
  <p:tag name="PA" val="v5.2.11"/>
</p:tagLst>
</file>

<file path=ppt/tags/tag169.xml><?xml version="1.0" encoding="utf-8"?>
<p:tagLst xmlns:p="http://schemas.openxmlformats.org/presentationml/2006/main">
  <p:tag name="PA" val="v5.2.11"/>
</p:tagLst>
</file>

<file path=ppt/tags/tag170.xml><?xml version="1.0" encoding="utf-8"?>
<p:tagLst xmlns:p="http://schemas.openxmlformats.org/presentationml/2006/main">
  <p:tag name="PA" val="v5.2.11"/>
</p:tagLst>
</file>

<file path=ppt/tags/tag171.xml><?xml version="1.0" encoding="utf-8"?>
<p:tagLst xmlns:p="http://schemas.openxmlformats.org/presentationml/2006/main">
  <p:tag name="PA" val="v5.2.11"/>
</p:tagLst>
</file>

<file path=ppt/tags/tag172.xml><?xml version="1.0" encoding="utf-8"?>
<p:tagLst xmlns:p="http://schemas.openxmlformats.org/presentationml/2006/main">
  <p:tag name="PA" val="v5.2.11"/>
</p:tagLst>
</file>

<file path=ppt/tags/tag173.xml><?xml version="1.0" encoding="utf-8"?>
<p:tagLst xmlns:p="http://schemas.openxmlformats.org/presentationml/2006/main">
  <p:tag name="PA" val="v5.2.11"/>
</p:tagLst>
</file>

<file path=ppt/tags/tag174.xml><?xml version="1.0" encoding="utf-8"?>
<p:tagLst xmlns:p="http://schemas.openxmlformats.org/presentationml/2006/main">
  <p:tag name="PA" val="v5.2.11"/>
</p:tagLst>
</file>

<file path=ppt/tags/tag175.xml><?xml version="1.0" encoding="utf-8"?>
<p:tagLst xmlns:p="http://schemas.openxmlformats.org/presentationml/2006/main">
  <p:tag name="PA" val="v5.2.11"/>
</p:tagLst>
</file>

<file path=ppt/tags/tag176.xml><?xml version="1.0" encoding="utf-8"?>
<p:tagLst xmlns:p="http://schemas.openxmlformats.org/presentationml/2006/main">
  <p:tag name="PA" val="v5.2.11"/>
</p:tagLst>
</file>

<file path=ppt/tags/tag177.xml><?xml version="1.0" encoding="utf-8"?>
<p:tagLst xmlns:p="http://schemas.openxmlformats.org/presentationml/2006/main">
  <p:tag name="PA" val="v5.2.11"/>
</p:tagLst>
</file>

<file path=ppt/tags/tag178.xml><?xml version="1.0" encoding="utf-8"?>
<p:tagLst xmlns:p="http://schemas.openxmlformats.org/presentationml/2006/main">
  <p:tag name="PA" val="v5.2.11"/>
</p:tagLst>
</file>

<file path=ppt/tags/tag179.xml><?xml version="1.0" encoding="utf-8"?>
<p:tagLst xmlns:p="http://schemas.openxmlformats.org/presentationml/2006/main">
  <p:tag name="PA" val="v5.2.11"/>
</p:tagLst>
</file>

<file path=ppt/tags/tag180.xml><?xml version="1.0" encoding="utf-8"?>
<p:tagLst xmlns:p="http://schemas.openxmlformats.org/presentationml/2006/main">
  <p:tag name="PA" val="v5.2.11"/>
</p:tagLst>
</file>

<file path=ppt/tags/tag181.xml><?xml version="1.0" encoding="utf-8"?>
<p:tagLst xmlns:p="http://schemas.openxmlformats.org/presentationml/2006/main">
  <p:tag name="PA" val="v5.2.11"/>
</p:tagLst>
</file>

<file path=ppt/tags/tag182.xml><?xml version="1.0" encoding="utf-8"?>
<p:tagLst xmlns:p="http://schemas.openxmlformats.org/presentationml/2006/main">
  <p:tag name="PA" val="v5.2.11"/>
</p:tagLst>
</file>

<file path=ppt/tags/tag183.xml><?xml version="1.0" encoding="utf-8"?>
<p:tagLst xmlns:p="http://schemas.openxmlformats.org/presentationml/2006/main">
  <p:tag name="PA" val="v5.2.11"/>
</p:tagLst>
</file>

<file path=ppt/tags/tag184.xml><?xml version="1.0" encoding="utf-8"?>
<p:tagLst xmlns:p="http://schemas.openxmlformats.org/presentationml/2006/main">
  <p:tag name="PA" val="v5.2.11"/>
</p:tagLst>
</file>

<file path=ppt/tags/tag185.xml><?xml version="1.0" encoding="utf-8"?>
<p:tagLst xmlns:p="http://schemas.openxmlformats.org/presentationml/2006/main">
  <p:tag name="PA" val="v5.2.11"/>
</p:tagLst>
</file>

<file path=ppt/tags/tag186.xml><?xml version="1.0" encoding="utf-8"?>
<p:tagLst xmlns:p="http://schemas.openxmlformats.org/presentationml/2006/main">
  <p:tag name="PA" val="v5.2.11"/>
</p:tagLst>
</file>

<file path=ppt/tags/tag187.xml><?xml version="1.0" encoding="utf-8"?>
<p:tagLst xmlns:p="http://schemas.openxmlformats.org/presentationml/2006/main">
  <p:tag name="PA" val="v5.2.11"/>
</p:tagLst>
</file>

<file path=ppt/tags/tag188.xml><?xml version="1.0" encoding="utf-8"?>
<p:tagLst xmlns:p="http://schemas.openxmlformats.org/presentationml/2006/main">
  <p:tag name="PA" val="v5.2.11"/>
</p:tagLst>
</file>

<file path=ppt/tags/tag189.xml><?xml version="1.0" encoding="utf-8"?>
<p:tagLst xmlns:p="http://schemas.openxmlformats.org/presentationml/2006/main">
  <p:tag name="TABLE_ENDDRAG_ORIGIN_RECT" val="402*201"/>
  <p:tag name="TABLE_ENDDRAG_RECT" val="532*195*402*201"/>
</p:tagLst>
</file>

<file path=ppt/tags/tag190.xml><?xml version="1.0" encoding="utf-8"?>
<p:tagLst xmlns:p="http://schemas.openxmlformats.org/presentationml/2006/main">
  <p:tag name="COMMONDATA" val="eyJoZGlkIjoiNjY3ZmUyNTUwOGU0Y2Q3YTJiNjMwYWIwZTliMDRkNmQifQ==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3_Office 主题​​">
  <a:themeElements>
    <a:clrScheme name="自定义 4">
      <a:dk1>
        <a:srgbClr val="0070C0"/>
      </a:dk1>
      <a:lt1>
        <a:srgbClr val="C2DFFD"/>
      </a:lt1>
      <a:dk2>
        <a:srgbClr val="FFFFFF"/>
      </a:dk2>
      <a:lt2>
        <a:srgbClr val="C2DFFD"/>
      </a:lt2>
      <a:accent1>
        <a:srgbClr val="0070C0"/>
      </a:accent1>
      <a:accent2>
        <a:srgbClr val="2E75B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科技风">
      <a:majorFont>
        <a:latin typeface="Roboto Bold"/>
        <a:ea typeface="OPPOSans B"/>
        <a:cs typeface=""/>
      </a:majorFont>
      <a:minorFont>
        <a:latin typeface="Roboto Bold"/>
        <a:ea typeface="OPPOSans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glow>
            <a:srgbClr val="000000"/>
          </a:glow>
        </a:effectLst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noAutofit/>
      </a:bodyPr>
      <a:lstStyle>
        <a:defPPr algn="ctr">
          <a:defRPr sz="9600">
            <a:solidFill>
              <a:srgbClr val="2D3847"/>
            </a:solidFill>
            <a:effectLst>
              <a:glow>
                <a:srgbClr val="000000"/>
              </a:glow>
            </a:effectLst>
            <a:latin typeface="演示新手书" panose="00000500000000000000" pitchFamily="50" charset="-122"/>
            <a:ea typeface="演示新手书" panose="00000500000000000000" pitchFamily="50" charset="-122"/>
          </a:defRPr>
        </a:defPPr>
      </a:lstStyle>
    </a:spDef>
    <a:txDef>
      <a:spPr>
        <a:noFill/>
      </a:spPr>
      <a:bodyPr vert="horz" wrap="none" rtlCol="0">
        <a:spAutoFit/>
      </a:bodyPr>
      <a:lstStyle>
        <a:defPPr algn="l">
          <a:defRPr dirty="0" smtClean="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  <a:latin typeface="演示流云楷" panose="02000600000000000000" pitchFamily="2" charset="-122"/>
            <a:ea typeface="演示流云楷" panose="02000600000000000000" pitchFamily="2" charset="-122"/>
            <a:cs typeface="演示流云楷" panose="02000600000000000000" pitchFamily="2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4153</Words>
  <Application>WPS 演示</Application>
  <PresentationFormat>宽屏</PresentationFormat>
  <Paragraphs>407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0" baseType="lpstr">
      <vt:lpstr>Arial</vt:lpstr>
      <vt:lpstr>宋体</vt:lpstr>
      <vt:lpstr>Wingdings</vt:lpstr>
      <vt:lpstr>演示新手书</vt:lpstr>
      <vt:lpstr>演示流云楷</vt:lpstr>
      <vt:lpstr>微软雅黑</vt:lpstr>
      <vt:lpstr>Roboto Bold</vt:lpstr>
      <vt:lpstr>OPPOSans M</vt:lpstr>
      <vt:lpstr>创客贴金刚体</vt:lpstr>
      <vt:lpstr>演示光芒体</vt:lpstr>
      <vt:lpstr>等线</vt:lpstr>
      <vt:lpstr>黑体</vt:lpstr>
      <vt:lpstr>Arial</vt:lpstr>
      <vt:lpstr>优设标题黑</vt:lpstr>
      <vt:lpstr>Bahnschrift SemiLight</vt:lpstr>
      <vt:lpstr>思源黑体 CN Normal</vt:lpstr>
      <vt:lpstr>汉仪雅酷黑 55W</vt:lpstr>
      <vt:lpstr>Times New Roman</vt:lpstr>
      <vt:lpstr>AMGDT</vt:lpstr>
      <vt:lpstr>Arial Unicode MS</vt:lpstr>
      <vt:lpstr>OPPOSans M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戴长昊</dc:creator>
  <cp:lastModifiedBy>WPS_1648991700</cp:lastModifiedBy>
  <cp:revision>941</cp:revision>
  <cp:lastPrinted>2023-05-19T07:11:00Z</cp:lastPrinted>
  <dcterms:created xsi:type="dcterms:W3CDTF">2022-05-24T11:56:00Z</dcterms:created>
  <dcterms:modified xsi:type="dcterms:W3CDTF">2026-02-04T05:23:06Z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A49A25516A86474F9B5608FB024C54F6_13</vt:lpwstr>
  </property>
</Properties>
</file>